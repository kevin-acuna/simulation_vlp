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7F4A-BF85-CEB1-46D5-06CC5C95F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25D6D-8E28-79CA-FC60-CD8A0E0FA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27DE7-2C4F-A313-581B-BCCCF2CD6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3B784-717C-F58E-2C0F-6EB30D80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15CF8-12B4-C870-DBC8-DDF3F604A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41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087D0-F0DC-A0BC-72BD-446607E7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615AA-B044-0B0B-EE81-F27EE5BCA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B5A16-062F-D068-BF12-7D22263A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2AED4-073D-0BE4-C797-75F9808B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DA6F8-B004-FB1A-0F74-243BDC06E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55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4665-E955-8B48-FABF-F9F760E7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80827-3565-61AF-286C-6251F40AD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2C3BA-0D19-FABB-AE99-C0881E0B2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DBF12-58D6-13F5-E95E-BB53E0A6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19EC-ADF7-BDCD-D00D-7D416EF8C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9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A692B-64B9-0029-FA41-8DF635832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3D7B5-4DE1-2F1C-7A40-0B124C49F8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D43CA-A9FB-CB6B-8040-8F1AB27B0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55D37-47BC-BB27-0FAD-DC6C9F850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5D8C5-4E48-E4CB-014F-E0D11924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F2141-38AB-4F1E-1F68-69395E1C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09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24E23-02D5-F37D-D181-D09C74E6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E18AC-846C-2629-BF97-582C3D136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70CD5-D7C2-3985-E4DF-3D5B91CE1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41CFF7-2283-0B39-977C-604D9444E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21392-6D4C-F04A-A2FA-5411166A92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6B5514-73CA-02D1-71A5-C5EA3925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9FE9D3-B9BF-3FDF-C354-B6A1B633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E0CDD-E88E-5C67-772F-91EAEBBD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4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1E935-21A4-C05E-0B62-E2DC587C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C08E6-CA8E-3B1E-56E1-3AD05A32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B1976-D278-7870-DE0B-82823EB01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FFD0C-529B-4157-7356-05C9579C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91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53309-C67D-EE96-1C1A-CB38DD46D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1EF8A-6223-6CBF-7BC6-8D39F750A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76771-6A76-D79C-407E-E27963F6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3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1C60-0413-08DF-F214-7FE8389E7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AD171-262F-1217-9EFA-A177B6322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CF860-5689-CDEA-B996-DA5E6ECE4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B2F4F-865B-C4AA-4F58-429D2C7D8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E95E9-CA7F-3272-67CB-949276341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565E5-76C4-8473-A8DC-F6B501DA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8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9C4C5-B65C-F1C4-5EBB-4E6CDB29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EF5785-8E92-91AE-118B-340FEA420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9B84F-3494-167A-EF07-5D9F90215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5ADB-A0AE-7516-9D82-FEAA1139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AF9BC-2577-83E1-1661-D4E2CF96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A1373-5B7C-F6BA-1157-FE133F15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82A14-0FE4-D8C9-4C95-0FEF8B2E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B44C4-12F1-E80E-A0D5-ECAB7C846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DE8A4-CB5D-4E66-49F8-6378EA590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2DE1C-1A51-80AC-DE74-98950C330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3B62F-20F1-5878-10B3-259C5A9E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3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4C75A8-7B2E-9B02-1A2A-C1BFF12EE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B502DA-489B-4D2A-E30A-E53A02863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49BB8-248E-63A7-546E-84B070049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D009E-3843-C233-C491-3E26A25D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BD082-D7F4-FC21-2327-822E7C59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8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619D17-A1EB-4011-14EF-7EB490B7F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3622B-9AA6-6A94-3469-C352CD8E3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FF7B8-105E-614F-99D1-2330EF3F2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A7EC7-D541-4CD7-9D24-CE3F0F6A0037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E0A7-E221-7A2A-D394-B5E5457DF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BCF52-1E9A-3370-38EC-500C9C696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DB7A0-3B29-4333-8E05-BFDB96576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6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30DAFE-E568-505B-7FF3-75B65C8F27A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76752" y="933101"/>
            <a:ext cx="5087060" cy="49917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2B2B12-33CF-C731-1A91-72E2790681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77061" y="1025605"/>
            <a:ext cx="638264" cy="47631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048613-ACB1-AE78-29AA-E8BDEF72879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3180" b="2431"/>
          <a:stretch>
            <a:fillRect/>
          </a:stretch>
        </p:blipFill>
        <p:spPr>
          <a:xfrm>
            <a:off x="5908492" y="1025605"/>
            <a:ext cx="1536084" cy="15688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5655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294AF-4CDD-7E3A-7F17-58877351D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C388D92-A4EC-A0BF-C05A-0A6C2DB5B6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711" y="987505"/>
            <a:ext cx="638264" cy="47631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6E285D-7772-D17E-E16E-2DA09E876A8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1554" y="875953"/>
            <a:ext cx="5048955" cy="4953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3C8686-DBED-8BC8-22D6-AB72BEFD4EF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6630" y="966448"/>
            <a:ext cx="1558630" cy="15897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04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1</cp:revision>
  <dcterms:created xsi:type="dcterms:W3CDTF">2025-07-28T18:31:48Z</dcterms:created>
  <dcterms:modified xsi:type="dcterms:W3CDTF">2025-07-28T18:41:58Z</dcterms:modified>
</cp:coreProperties>
</file>