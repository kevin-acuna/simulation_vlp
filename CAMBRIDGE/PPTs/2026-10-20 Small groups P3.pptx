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20" r:id="rId2"/>
    <p:sldId id="322" r:id="rId3"/>
    <p:sldId id="258" r:id="rId4"/>
    <p:sldId id="324" r:id="rId5"/>
    <p:sldId id="326" r:id="rId6"/>
    <p:sldId id="259" r:id="rId7"/>
    <p:sldId id="260" r:id="rId8"/>
    <p:sldId id="330" r:id="rId9"/>
    <p:sldId id="261" r:id="rId10"/>
    <p:sldId id="328" r:id="rId11"/>
    <p:sldId id="256" r:id="rId12"/>
    <p:sldId id="325" r:id="rId13"/>
    <p:sldId id="329" r:id="rId14"/>
    <p:sldId id="25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4FFA6-DCF4-41F2-B521-9AF33EAF7E90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EADB8-982C-4AF1-B018-338A9B46131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0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9563-80BB-262A-4504-9C1503D6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D6B4B-D67E-40AD-FF17-01617C8A3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F8AB1-A0A6-4AE9-749E-D854762CA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CAF1-8537-AD0C-C044-AE6CB26EC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7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5526-5227-FE0F-67B3-5AF3F99C7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DD0EF-406B-C53C-494C-D8C05D00F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6989-EEC8-92F2-5101-86095C17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4BE17-762D-E4AE-89A3-0FE4448F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1D05D-4EE4-171E-7D42-871D30D2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02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7F84-DAD0-23A5-67D9-296664F3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4C3F-6EB0-3C67-5E38-C7F6149F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4744D-D383-9428-22FE-E2DB24EE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1386C-A065-0305-AD0A-CDC9168A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B363-56B6-9525-4B47-3A3C4A8B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29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9453-5BD9-7ED7-EE27-62AC9143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541A-BEE1-EADA-884E-CFB3F3C2E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9F01-2D80-083C-1B87-00141AD5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3380F-A9E2-F189-7DF4-43AF49C9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8734-26E8-8EDC-F0F6-935235C2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23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9B31-89FB-08FE-C765-70BF97BE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D2B4-B7B4-2C08-2D02-7F37C4947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02F6D-9913-B64F-4CE2-902511151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32BB4-525D-4DED-6E01-E4D71DC0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7EAE7-2F27-A792-027B-93BAB3F3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09216-03DD-D05C-A6EE-AFB3FB21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25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38EC-1759-0A3C-E601-525413F5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9E9E5-E0D6-C674-3CDB-0331EEE1F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494C5-976F-B923-3EAB-6C089522B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B2AF4-CE7D-AF57-10D9-A274CAEC6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7F858-8FD7-A5EA-F70F-880EE610F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18A35-D0D3-8A16-984F-9BE87120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94E62-C609-708D-03BB-6D771E02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9ACC2-205F-C2C5-1EA6-43F28A35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04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76D0-6E4E-211E-BF83-2540C887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03467-A591-066E-34F7-2E4B59A8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5D35C-6626-A912-EF29-218882D5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08C6F-B1DF-AF2B-33F8-55E38949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2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B9E7A-EDAE-F532-7AE3-42E71DAE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FEB9C-42C6-54B6-1B9A-8FAE9855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4ADF3-07D2-2633-BC33-D0E2D52A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2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7AE7-6DF1-DC6A-5DB5-C10330C3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CEA0-0474-EEC3-908D-9A682423F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D3417-B6B0-9C0D-9F12-4CB8C5DE9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5082E-14A0-3710-BC7F-CD87710F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0C606-2770-4FE9-43FA-EDCB9AE2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478EA-8279-C44E-22B9-12E91E40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95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D062-6FAA-04E0-6673-7C6FC037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EA050-AC2C-DE5A-53D2-B1F897226A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5E990-B1DE-17D2-5915-F737548C2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68D7F-ACEC-98A2-0E63-52821D3F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C5E1A-B32B-1698-4C3D-D70C9F21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7F410-97B6-AC36-A15D-16ADA96F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88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A97D-2B5F-E93B-F974-9226878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B0A0C-8A6F-CBAA-3963-212FB0C94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7F7D1-1F86-4858-83F6-333FEC6A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AFD88-4101-6238-0B80-6C6FB349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C8F0-F134-9A0B-1DF8-5A662329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41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24F55-E899-CEAD-47B0-8338AFE62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C1D33-D7E4-CA5D-449A-CA9761EC8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D7C3-AF21-FEF4-3C6B-2A2AE427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0E95C-3F85-3A5C-99C0-188CE885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75D3-B9BA-16A9-E298-BB349F50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25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646A4-A661-FBF0-D7F7-CA253239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A3C09-AEA2-FE36-6C6A-E0E1E2788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3BFE7-A231-56FF-BD0F-9038FC588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5D9AA-EB4C-469B-B8BE-4B333928222A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E445C-B29F-9EDE-7C3B-4BC09D8B2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85CF-2A3E-3881-1EB1-7E1775B7B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24F07-00AF-4300-8E8C-A170AFD9BB5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29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C2BD2E-DF34-E0D1-74A9-5EAD3751B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22" y="777994"/>
            <a:ext cx="7632926" cy="53020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F76278-238B-72DD-CA8E-8A946F898220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SETUP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BCB3D-E667-5633-2C4F-BEBB9C5F1504}"/>
              </a:ext>
            </a:extLst>
          </p:cNvPr>
          <p:cNvSpPr txBox="1"/>
          <p:nvPr/>
        </p:nvSpPr>
        <p:spPr>
          <a:xfrm>
            <a:off x="7585224" y="4584274"/>
            <a:ext cx="34629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 err="1"/>
              <a:t>Responsivity</a:t>
            </a:r>
            <a:r>
              <a:rPr lang="es-PE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Position </a:t>
            </a:r>
            <a:r>
              <a:rPr lang="es-PE" sz="2000" dirty="0" err="1"/>
              <a:t>of</a:t>
            </a:r>
            <a:r>
              <a:rPr lang="es-PE" sz="2000" dirty="0"/>
              <a:t> </a:t>
            </a:r>
            <a:r>
              <a:rPr lang="es-PE" sz="2000" dirty="0" err="1"/>
              <a:t>the</a:t>
            </a:r>
            <a:r>
              <a:rPr lang="es-PE" sz="2000" dirty="0"/>
              <a:t> 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 (constant gain), m (</a:t>
            </a:r>
            <a:r>
              <a:rPr lang="fr-FR" sz="2000" dirty="0" err="1"/>
              <a:t>order</a:t>
            </a:r>
            <a:r>
              <a:rPr lang="fr-F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482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A7A9682-31D4-026E-36C2-5F23074A0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82" y="1064643"/>
            <a:ext cx="8742499" cy="4940991"/>
          </a:xfrm>
          <a:prstGeom prst="rect">
            <a:avLst/>
          </a:prstGeom>
        </p:spPr>
      </p:pic>
      <p:pic>
        <p:nvPicPr>
          <p:cNvPr id="4" name="Picture 3" descr="Thorlabs Amplified Photodiode - PDA100A2 | MEETOPTICS">
            <a:extLst>
              <a:ext uri="{FF2B5EF4-FFF2-40B4-BE49-F238E27FC236}">
                <a16:creationId xmlns:a16="http://schemas.microsoft.com/office/drawing/2014/main" id="{D9628C5D-2E1B-6EBC-A82E-A35339978B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886" y="1779631"/>
            <a:ext cx="3511016" cy="3511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/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blipFill>
                <a:blip r:embed="rId5"/>
                <a:stretch>
                  <a:fillRect r="-521"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6A647A-10A3-7388-DA2E-C6443213EB96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RESPONSIVITY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/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blipFill>
                <a:blip r:embed="rId6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/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blipFill>
                <a:blip r:embed="rId7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C1F9FE-C1DD-4CD9-B024-C0410E03AA5C}"/>
              </a:ext>
            </a:extLst>
          </p:cNvPr>
          <p:cNvSpPr txBox="1"/>
          <p:nvPr/>
        </p:nvSpPr>
        <p:spPr>
          <a:xfrm>
            <a:off x="8134506" y="1612837"/>
            <a:ext cx="383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Conventional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10EA8-3D31-C7ED-F396-CB3D570B4A04}"/>
              </a:ext>
            </a:extLst>
          </p:cNvPr>
          <p:cNvSpPr txBox="1"/>
          <p:nvPr/>
        </p:nvSpPr>
        <p:spPr>
          <a:xfrm>
            <a:off x="9340532" y="4222648"/>
            <a:ext cx="2851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Generalizable and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clean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86614-5219-1DEB-CC62-68D1D0FFF7A2}"/>
              </a:ext>
            </a:extLst>
          </p:cNvPr>
          <p:cNvSpPr txBox="1"/>
          <p:nvPr/>
        </p:nvSpPr>
        <p:spPr>
          <a:xfrm>
            <a:off x="4170388" y="3594190"/>
            <a:ext cx="414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Most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standard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/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4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s-PE" sz="2400" b="0" i="0" smtClean="0">
                          <a:latin typeface="Cambria Math" panose="02040503050406030204" pitchFamily="18" charset="0"/>
                        </a:rPr>
                        <m:t>OV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9FF456-098B-FE08-6360-02FD52CB95DB}"/>
              </a:ext>
            </a:extLst>
          </p:cNvPr>
          <p:cNvCxnSpPr>
            <a:cxnSpLocks/>
          </p:cNvCxnSpPr>
          <p:nvPr/>
        </p:nvCxnSpPr>
        <p:spPr>
          <a:xfrm>
            <a:off x="9532723" y="5504330"/>
            <a:ext cx="0" cy="11583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81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31F0D4-FDC1-7C49-231F-30AF97F04C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072" y="550420"/>
            <a:ext cx="6963856" cy="60549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58227-7E88-7488-8646-5E51E308FBAD}"/>
              </a:ext>
            </a:extLst>
          </p:cNvPr>
          <p:cNvSpPr txBox="1"/>
          <p:nvPr/>
        </p:nvSpPr>
        <p:spPr>
          <a:xfrm>
            <a:off x="342178" y="252636"/>
            <a:ext cx="33570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Where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A, m?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51216-BD20-5A6B-70DD-E6D36960953E}"/>
              </a:ext>
            </a:extLst>
          </p:cNvPr>
          <p:cNvSpPr txBox="1"/>
          <p:nvPr/>
        </p:nvSpPr>
        <p:spPr>
          <a:xfrm>
            <a:off x="6452750" y="32196"/>
            <a:ext cx="3125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lang="es-PE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1 (141x141 , 1cm)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90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E4C705-51D4-126A-3799-3C4952BE9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839"/>
            <a:ext cx="12192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8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FEFAED-C4B9-BE82-D927-FCBAECDA1103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2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B65BB3-F485-5003-39EA-E4DCE9AE0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78" y="1121956"/>
            <a:ext cx="7727551" cy="4932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589FAF-5E00-6395-C28B-30CEE678C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19" y="1409784"/>
            <a:ext cx="2819545" cy="42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5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DF8413-2D89-2DB6-A3A2-F473BCD50C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3" r="65987" b="49531"/>
          <a:stretch>
            <a:fillRect/>
          </a:stretch>
        </p:blipFill>
        <p:spPr bwMode="auto">
          <a:xfrm>
            <a:off x="1182967" y="1356864"/>
            <a:ext cx="4604140" cy="41442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5156D7-6178-BD6F-3CF0-6A7DFBDEEC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45" r="65987"/>
          <a:stretch>
            <a:fillRect/>
          </a:stretch>
        </p:blipFill>
        <p:spPr bwMode="auto">
          <a:xfrm>
            <a:off x="6404894" y="1461586"/>
            <a:ext cx="4287657" cy="39348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67DA1-F731-B381-51D2-3F6B411C4A1D}"/>
              </a:ext>
            </a:extLst>
          </p:cNvPr>
          <p:cNvCxnSpPr>
            <a:cxnSpLocks/>
          </p:cNvCxnSpPr>
          <p:nvPr/>
        </p:nvCxnSpPr>
        <p:spPr>
          <a:xfrm>
            <a:off x="5264451" y="2514600"/>
            <a:ext cx="0" cy="91440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6D296-47BB-5E89-C484-DB548417E05A}"/>
              </a:ext>
            </a:extLst>
          </p:cNvPr>
          <p:cNvCxnSpPr>
            <a:cxnSpLocks/>
          </p:cNvCxnSpPr>
          <p:nvPr/>
        </p:nvCxnSpPr>
        <p:spPr>
          <a:xfrm>
            <a:off x="3952172" y="1687651"/>
            <a:ext cx="1312279" cy="748703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2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975EE-D61D-045E-B3C7-E41A28648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59" y="957243"/>
            <a:ext cx="7560669" cy="494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0FFB5F-427A-5F8A-1823-C51F0E0650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52" t="8228"/>
          <a:stretch>
            <a:fillRect/>
          </a:stretch>
        </p:blipFill>
        <p:spPr bwMode="auto">
          <a:xfrm>
            <a:off x="2802396" y="1157487"/>
            <a:ext cx="5599038" cy="44441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37C15-69FD-EEC3-3147-B0EC87B84503}"/>
              </a:ext>
            </a:extLst>
          </p:cNvPr>
          <p:cNvSpPr txBox="1"/>
          <p:nvPr/>
        </p:nvSpPr>
        <p:spPr>
          <a:xfrm>
            <a:off x="342177" y="252636"/>
            <a:ext cx="41132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Number </a:t>
            </a:r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orientation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4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550C5B-36C4-F646-AFE7-54AC4169A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26" y="213141"/>
            <a:ext cx="9909256" cy="6431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61C052-F6D2-8FA4-4C4E-A7B7F4F1C48F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3 : Test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3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EADB-9C30-DF88-6EF0-41A0E5F2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098250-426F-8027-083C-9BD19C344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22" y="777994"/>
            <a:ext cx="7632926" cy="53020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ABA6C1-B2E4-94B2-D5F6-39222C2719C5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SETUP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C3193-E1AC-1419-B314-63F3C7C7848F}"/>
              </a:ext>
            </a:extLst>
          </p:cNvPr>
          <p:cNvSpPr txBox="1"/>
          <p:nvPr/>
        </p:nvSpPr>
        <p:spPr>
          <a:xfrm>
            <a:off x="7585224" y="4584274"/>
            <a:ext cx="34629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 err="1"/>
              <a:t>Responsivity</a:t>
            </a:r>
            <a:r>
              <a:rPr lang="es-PE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Position </a:t>
            </a:r>
            <a:r>
              <a:rPr lang="es-PE" sz="2000" dirty="0" err="1"/>
              <a:t>of</a:t>
            </a:r>
            <a:r>
              <a:rPr lang="es-PE" sz="2000" dirty="0"/>
              <a:t> </a:t>
            </a:r>
            <a:r>
              <a:rPr lang="es-PE" sz="2000" dirty="0" err="1"/>
              <a:t>the</a:t>
            </a:r>
            <a:r>
              <a:rPr lang="es-PE" sz="2000" dirty="0"/>
              <a:t> 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 (constant gain), m (</a:t>
            </a:r>
            <a:r>
              <a:rPr lang="fr-FR" sz="2000" dirty="0" err="1"/>
              <a:t>order</a:t>
            </a:r>
            <a:r>
              <a:rPr lang="fr-FR" sz="20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89044-2F20-DD97-D491-CB7766F4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487" y="1624216"/>
            <a:ext cx="1358753" cy="67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3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F31FBB-3720-1D89-C0DD-9E402944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9" y="990474"/>
            <a:ext cx="11303581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0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D9129-85CD-0D1C-92CA-1C17446F4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333"/>
            <a:ext cx="12230346" cy="468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98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7DCBE2-7800-3391-13BA-80711CC54CB0}"/>
              </a:ext>
            </a:extLst>
          </p:cNvPr>
          <p:cNvSpPr txBox="1"/>
          <p:nvPr/>
        </p:nvSpPr>
        <p:spPr>
          <a:xfrm>
            <a:off x="3803398" y="3124711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Github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89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5E5ECA-B191-A9DF-5091-BC9B0E306D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169" y="1230147"/>
            <a:ext cx="8299481" cy="4834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66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79</Words>
  <Application>Microsoft Office PowerPoint</Application>
  <PresentationFormat>Widescreen</PresentationFormat>
  <Paragraphs>25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</cp:revision>
  <dcterms:created xsi:type="dcterms:W3CDTF">2026-10-20T09:40:53Z</dcterms:created>
  <dcterms:modified xsi:type="dcterms:W3CDTF">2026-10-20T12:05:39Z</dcterms:modified>
</cp:coreProperties>
</file>