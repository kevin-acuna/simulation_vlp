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320" r:id="rId3"/>
    <p:sldId id="331" r:id="rId4"/>
    <p:sldId id="332" r:id="rId5"/>
    <p:sldId id="295" r:id="rId6"/>
    <p:sldId id="333" r:id="rId7"/>
    <p:sldId id="329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EBC8-1888-4E98-4D01-A0743E98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04-AA24-FB22-25E3-EE61155EF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2BDC-F15E-7198-DE52-170281C6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BBC94-C15F-2646-9EF3-59704EAF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6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4521C-C9F6-4306-FAA4-892AB9D3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12B11-CE9F-F529-80A7-A3417D0A0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F62CA-D2C4-6575-D6CC-96117EEA2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1C62-7903-2AC9-1744-2D7D96748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4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9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01/10/2026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Single-Source 3D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A7A9682-31D4-026E-36C2-5F23074A0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382" y="1064643"/>
            <a:ext cx="8742499" cy="4940991"/>
          </a:xfrm>
          <a:prstGeom prst="rect">
            <a:avLst/>
          </a:prstGeom>
        </p:spPr>
      </p:pic>
      <p:pic>
        <p:nvPicPr>
          <p:cNvPr id="4" name="Picture 3" descr="Thorlabs Amplified Photodiode - PDA100A2 | MEETOPTICS">
            <a:extLst>
              <a:ext uri="{FF2B5EF4-FFF2-40B4-BE49-F238E27FC236}">
                <a16:creationId xmlns:a16="http://schemas.microsoft.com/office/drawing/2014/main" id="{D9628C5D-2E1B-6EBC-A82E-A35339978B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886" y="1779631"/>
            <a:ext cx="3511016" cy="3511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/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s-P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2247E1-AFFE-466E-6363-625960C35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42" y="1548798"/>
                <a:ext cx="1157368" cy="461665"/>
              </a:xfrm>
              <a:prstGeom prst="rect">
                <a:avLst/>
              </a:prstGeom>
              <a:blipFill>
                <a:blip r:embed="rId5"/>
                <a:stretch>
                  <a:fillRect r="-521"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A6A647A-10A3-7388-DA2E-C6443213EB96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RESPONSIVITY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/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  <m:sup>
                          <m:sSub>
                            <m:sSubPr>
                              <m:ctrlP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PE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8FAD56-B5FE-C274-CB79-8064BB922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540" y="4659551"/>
                <a:ext cx="1524071" cy="461665"/>
              </a:xfrm>
              <a:prstGeom prst="rect">
                <a:avLst/>
              </a:prstGeom>
              <a:blipFill>
                <a:blip r:embed="rId6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/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PE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PE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s-P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1B946A-1256-F1F3-52A2-D612B660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504" y="3991816"/>
                <a:ext cx="1352037" cy="461665"/>
              </a:xfrm>
              <a:prstGeom prst="rect">
                <a:avLst/>
              </a:prstGeom>
              <a:blipFill>
                <a:blip r:embed="rId7"/>
                <a:stretch>
                  <a:fillRect b="-141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3C1F9FE-C1DD-4CD9-B024-C0410E03AA5C}"/>
              </a:ext>
            </a:extLst>
          </p:cNvPr>
          <p:cNvSpPr txBox="1"/>
          <p:nvPr/>
        </p:nvSpPr>
        <p:spPr>
          <a:xfrm>
            <a:off x="8134506" y="1612837"/>
            <a:ext cx="383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Conventional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10EA8-3D31-C7ED-F396-CB3D570B4A04}"/>
              </a:ext>
            </a:extLst>
          </p:cNvPr>
          <p:cNvSpPr txBox="1"/>
          <p:nvPr/>
        </p:nvSpPr>
        <p:spPr>
          <a:xfrm>
            <a:off x="9340532" y="4222648"/>
            <a:ext cx="2851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Generalizable and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clean</a:t>
            </a:r>
            <a:endParaRPr lang="es-PE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86614-5219-1DEB-CC62-68D1D0FFF7A2}"/>
              </a:ext>
            </a:extLst>
          </p:cNvPr>
          <p:cNvSpPr txBox="1"/>
          <p:nvPr/>
        </p:nvSpPr>
        <p:spPr>
          <a:xfrm>
            <a:off x="4170388" y="3594190"/>
            <a:ext cx="4147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Most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accurate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PE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PE" b="1" dirty="0">
                <a:latin typeface="Helvetica" panose="020B0604020202020204" pitchFamily="34" charset="0"/>
                <a:cs typeface="Helvetica" panose="020B0604020202020204" pitchFamily="34" charset="0"/>
              </a:rPr>
              <a:t> standard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/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s-PE" sz="24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s-PE" sz="2400" b="0" i="0" smtClean="0">
                          <a:latin typeface="Cambria Math" panose="02040503050406030204" pitchFamily="18" charset="0"/>
                        </a:rPr>
                        <m:t>OV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BC07689-0575-22ED-D66A-EAA66004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06" y="6200984"/>
                <a:ext cx="7986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9FF456-098B-FE08-6360-02FD52CB95DB}"/>
              </a:ext>
            </a:extLst>
          </p:cNvPr>
          <p:cNvCxnSpPr>
            <a:cxnSpLocks/>
          </p:cNvCxnSpPr>
          <p:nvPr/>
        </p:nvCxnSpPr>
        <p:spPr>
          <a:xfrm>
            <a:off x="9532723" y="5504330"/>
            <a:ext cx="0" cy="11583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82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EEC-99A0-76EA-05A2-8FB899C6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A0D00-40C8-FA7F-BF87-834737BD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8" y="252636"/>
            <a:ext cx="9992627" cy="6246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B650CC-32C5-2217-FC2E-F1E2AE195470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RMS PEB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AABB-70E0-C863-4E52-35DD9E29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7FAEFD-B8C0-07FF-B081-42B4E5AEE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44" y="194707"/>
            <a:ext cx="10295880" cy="64685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B4336E-E349-7B62-52FD-8709CC084661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COVERAGE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A42562-E526-A8B1-8826-8D823659DA31}"/>
              </a:ext>
            </a:extLst>
          </p:cNvPr>
          <p:cNvSpPr/>
          <p:nvPr/>
        </p:nvSpPr>
        <p:spPr>
          <a:xfrm>
            <a:off x="6983506" y="5961529"/>
            <a:ext cx="582706" cy="57374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28EF1-C4AE-5202-DCC8-E35C178A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057" y="320394"/>
            <a:ext cx="7506895" cy="6217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4EF24-B82E-5968-48EB-163E8681E742}"/>
              </a:ext>
            </a:extLst>
          </p:cNvPr>
          <p:cNvSpPr txBox="1"/>
          <p:nvPr/>
        </p:nvSpPr>
        <p:spPr>
          <a:xfrm>
            <a:off x="342178" y="252636"/>
            <a:ext cx="3357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3D DESIGN</a:t>
            </a:r>
            <a:endParaRPr lang="en-US" sz="24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FE88A0-9651-8E91-8015-4828F5672631}"/>
              </a:ext>
            </a:extLst>
          </p:cNvPr>
          <p:cNvCxnSpPr>
            <a:cxnSpLocks/>
          </p:cNvCxnSpPr>
          <p:nvPr/>
        </p:nvCxnSpPr>
        <p:spPr>
          <a:xfrm>
            <a:off x="1721224" y="1281953"/>
            <a:ext cx="2348752" cy="8426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DBAA1-5A16-C097-7FDC-A975ABAAF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" t="36989" r="11959" b="12832"/>
          <a:stretch>
            <a:fillRect/>
          </a:stretch>
        </p:blipFill>
        <p:spPr>
          <a:xfrm>
            <a:off x="1324817" y="1468582"/>
            <a:ext cx="5702095" cy="4329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B963F-1304-66B9-46D2-E1727A795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442" y="378542"/>
            <a:ext cx="2745412" cy="610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2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9336D-C974-507C-366D-66D666777E01}"/>
              </a:ext>
            </a:extLst>
          </p:cNvPr>
          <p:cNvSpPr txBox="1"/>
          <p:nvPr/>
        </p:nvSpPr>
        <p:spPr>
          <a:xfrm>
            <a:off x="288448" y="144763"/>
            <a:ext cx="9955867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open research output: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VLP dataset to be published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/Apollo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4809D-5A38-5B55-9488-28F41B291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055" y="1726006"/>
            <a:ext cx="8247888" cy="38549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B8CBFE-9D1B-AD7C-269F-772E1C190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" y="867336"/>
            <a:ext cx="3017744" cy="137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9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54</Words>
  <Application>Microsoft Office PowerPoint</Application>
  <PresentationFormat>Widescreen</PresentationFormat>
  <Paragraphs>18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26</cp:revision>
  <dcterms:created xsi:type="dcterms:W3CDTF">2026-03-12T22:45:35Z</dcterms:created>
  <dcterms:modified xsi:type="dcterms:W3CDTF">2026-09-28T19:46:19Z</dcterms:modified>
</cp:coreProperties>
</file>