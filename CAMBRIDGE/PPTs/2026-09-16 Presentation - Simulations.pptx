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62" r:id="rId2"/>
    <p:sldId id="290" r:id="rId3"/>
    <p:sldId id="291" r:id="rId4"/>
    <p:sldId id="296" r:id="rId5"/>
    <p:sldId id="297" r:id="rId6"/>
    <p:sldId id="292" r:id="rId7"/>
    <p:sldId id="294" r:id="rId8"/>
    <p:sldId id="295" r:id="rId9"/>
    <p:sldId id="298" r:id="rId10"/>
    <p:sldId id="299" r:id="rId11"/>
    <p:sldId id="300" r:id="rId12"/>
    <p:sldId id="301" r:id="rId13"/>
    <p:sldId id="302" r:id="rId14"/>
    <p:sldId id="293" r:id="rId15"/>
    <p:sldId id="303" r:id="rId16"/>
    <p:sldId id="305" r:id="rId17"/>
    <p:sldId id="307" r:id="rId18"/>
    <p:sldId id="304" r:id="rId19"/>
    <p:sldId id="309" r:id="rId20"/>
    <p:sldId id="310" r:id="rId21"/>
    <p:sldId id="311" r:id="rId22"/>
    <p:sldId id="312" r:id="rId23"/>
    <p:sldId id="319" r:id="rId24"/>
    <p:sldId id="314" r:id="rId25"/>
    <p:sldId id="313" r:id="rId26"/>
    <p:sldId id="315" r:id="rId27"/>
    <p:sldId id="316" r:id="rId28"/>
    <p:sldId id="306" r:id="rId29"/>
    <p:sldId id="318" r:id="rId30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9D5B35-7714-4B07-988C-BEDD5B79BED2}" v="189" dt="2026-09-02T23:19:04.4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Acuna" userId="5683d4edbda9c6c8" providerId="LiveId" clId="{BB6E8D10-B0B7-4D0C-99A1-D653A4E0B537}"/>
    <pc:docChg chg="undo redo custSel addSld delSld modSld sldOrd">
      <pc:chgData name="Kevin Acuna" userId="5683d4edbda9c6c8" providerId="LiveId" clId="{BB6E8D10-B0B7-4D0C-99A1-D653A4E0B537}" dt="2026-09-04T10:53:07.418" v="7491" actId="1076"/>
      <pc:docMkLst>
        <pc:docMk/>
      </pc:docMkLst>
      <pc:sldChg chg="modSp mod">
        <pc:chgData name="Kevin Acuna" userId="5683d4edbda9c6c8" providerId="LiveId" clId="{BB6E8D10-B0B7-4D0C-99A1-D653A4E0B537}" dt="2026-09-02T19:41:36.073" v="5552" actId="20577"/>
        <pc:sldMkLst>
          <pc:docMk/>
          <pc:sldMk cId="416678127" sldId="262"/>
        </pc:sldMkLst>
        <pc:spChg chg="mod">
          <ac:chgData name="Kevin Acuna" userId="5683d4edbda9c6c8" providerId="LiveId" clId="{BB6E8D10-B0B7-4D0C-99A1-D653A4E0B537}" dt="2026-09-02T19:41:05.329" v="5543" actId="20577"/>
          <ac:spMkLst>
            <pc:docMk/>
            <pc:sldMk cId="416678127" sldId="262"/>
            <ac:spMk id="2" creationId="{85D2F076-956A-92DF-AB04-997BDDE83A99}"/>
          </ac:spMkLst>
        </pc:spChg>
        <pc:spChg chg="mod">
          <ac:chgData name="Kevin Acuna" userId="5683d4edbda9c6c8" providerId="LiveId" clId="{BB6E8D10-B0B7-4D0C-99A1-D653A4E0B537}" dt="2026-09-02T19:41:36.073" v="5552" actId="20577"/>
          <ac:spMkLst>
            <pc:docMk/>
            <pc:sldMk cId="416678127" sldId="262"/>
            <ac:spMk id="6" creationId="{2F881085-F5CC-00A1-CEF2-8854209942BA}"/>
          </ac:spMkLst>
        </pc:spChg>
      </pc:sldChg>
      <pc:sldChg chg="addSp delSp modSp add mod ord delAnim modAnim">
        <pc:chgData name="Kevin Acuna" userId="5683d4edbda9c6c8" providerId="LiveId" clId="{BB6E8D10-B0B7-4D0C-99A1-D653A4E0B537}" dt="2026-09-02T20:55:27.202" v="6551" actId="20577"/>
        <pc:sldMkLst>
          <pc:docMk/>
          <pc:sldMk cId="322116709" sldId="280"/>
        </pc:sldMkLst>
        <pc:spChg chg="mod">
          <ac:chgData name="Kevin Acuna" userId="5683d4edbda9c6c8" providerId="LiveId" clId="{BB6E8D10-B0B7-4D0C-99A1-D653A4E0B537}" dt="2026-09-02T20:46:57.311" v="6403" actId="113"/>
          <ac:spMkLst>
            <pc:docMk/>
            <pc:sldMk cId="322116709" sldId="280"/>
            <ac:spMk id="6" creationId="{9717677A-5397-B515-75C2-DA5BC3EAC683}"/>
          </ac:spMkLst>
        </pc:spChg>
        <pc:spChg chg="add mod">
          <ac:chgData name="Kevin Acuna" userId="5683d4edbda9c6c8" providerId="LiveId" clId="{BB6E8D10-B0B7-4D0C-99A1-D653A4E0B537}" dt="2026-09-02T20:45:15.480" v="6383"/>
          <ac:spMkLst>
            <pc:docMk/>
            <pc:sldMk cId="322116709" sldId="280"/>
            <ac:spMk id="12" creationId="{8889AD41-151A-2B5C-3FE7-7113C43D7139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15" creationId="{71D98D5B-B62B-334C-8F8F-CE32970377C9}"/>
          </ac:spMkLst>
        </pc:spChg>
        <pc:spChg chg="add mod">
          <ac:chgData name="Kevin Acuna" userId="5683d4edbda9c6c8" providerId="LiveId" clId="{BB6E8D10-B0B7-4D0C-99A1-D653A4E0B537}" dt="2026-09-02T20:55:05.854" v="6541" actId="20577"/>
          <ac:spMkLst>
            <pc:docMk/>
            <pc:sldMk cId="322116709" sldId="280"/>
            <ac:spMk id="16" creationId="{333140BF-85A8-3E8B-63E1-66820C05E4FB}"/>
          </ac:spMkLst>
        </pc:spChg>
        <pc:spChg chg="add mod">
          <ac:chgData name="Kevin Acuna" userId="5683d4edbda9c6c8" providerId="LiveId" clId="{BB6E8D10-B0B7-4D0C-99A1-D653A4E0B537}" dt="2026-09-02T20:45:18.042" v="6384"/>
          <ac:spMkLst>
            <pc:docMk/>
            <pc:sldMk cId="322116709" sldId="280"/>
            <ac:spMk id="23" creationId="{8EF5AE4A-415D-D8D5-20AB-9D950DB51D4A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24" creationId="{9A0120BC-4D2B-4C14-CC2F-45443BEABABD}"/>
          </ac:spMkLst>
        </pc:spChg>
        <pc:spChg chg="add mod">
          <ac:chgData name="Kevin Acuna" userId="5683d4edbda9c6c8" providerId="LiveId" clId="{BB6E8D10-B0B7-4D0C-99A1-D653A4E0B537}" dt="2026-09-02T20:55:25.196" v="6549" actId="20577"/>
          <ac:spMkLst>
            <pc:docMk/>
            <pc:sldMk cId="322116709" sldId="280"/>
            <ac:spMk id="25" creationId="{B6DD8725-7F9B-711D-D5B7-8B6B1607ADE8}"/>
          </ac:spMkLst>
        </pc:spChg>
        <pc:spChg chg="add mod">
          <ac:chgData name="Kevin Acuna" userId="5683d4edbda9c6c8" providerId="LiveId" clId="{BB6E8D10-B0B7-4D0C-99A1-D653A4E0B537}" dt="2026-09-02T20:45:20.192" v="6385"/>
          <ac:spMkLst>
            <pc:docMk/>
            <pc:sldMk cId="322116709" sldId="280"/>
            <ac:spMk id="29" creationId="{0F53DC2F-B13B-B974-424E-7599C055D8C5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30" creationId="{8CAFC23E-2915-966E-B526-7D05BD36842C}"/>
          </ac:spMkLst>
        </pc:spChg>
        <pc:spChg chg="add mod">
          <ac:chgData name="Kevin Acuna" userId="5683d4edbda9c6c8" providerId="LiveId" clId="{BB6E8D10-B0B7-4D0C-99A1-D653A4E0B537}" dt="2026-09-02T20:55:27.202" v="6551" actId="20577"/>
          <ac:spMkLst>
            <pc:docMk/>
            <pc:sldMk cId="322116709" sldId="280"/>
            <ac:spMk id="31" creationId="{A3DC29FB-8D4F-D904-9CCB-E563C4B6E2D9}"/>
          </ac:spMkLst>
        </pc:spChg>
        <pc:spChg chg="add mod">
          <ac:chgData name="Kevin Acuna" userId="5683d4edbda9c6c8" providerId="LiveId" clId="{BB6E8D10-B0B7-4D0C-99A1-D653A4E0B537}" dt="2026-09-02T20:05:30.701" v="5856" actId="1076"/>
          <ac:spMkLst>
            <pc:docMk/>
            <pc:sldMk cId="322116709" sldId="280"/>
            <ac:spMk id="34" creationId="{83343EC6-DD31-AB52-E908-0F92E555A5BA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37" creationId="{A548D204-8023-45E2-A801-2702FF11C431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39" creationId="{14BDA790-BA68-C987-1F54-5458C9CD7C30}"/>
          </ac:spMkLst>
        </pc:spChg>
        <pc:spChg chg="add mod">
          <ac:chgData name="Kevin Acuna" userId="5683d4edbda9c6c8" providerId="LiveId" clId="{BB6E8D10-B0B7-4D0C-99A1-D653A4E0B537}" dt="2026-09-02T20:08:29.771" v="5929" actId="1076"/>
          <ac:spMkLst>
            <pc:docMk/>
            <pc:sldMk cId="322116709" sldId="280"/>
            <ac:spMk id="41" creationId="{76D54004-6FCA-7AD9-6883-009B787210B7}"/>
          </ac:spMkLst>
        </pc:spChg>
        <pc:cxnChg chg="add">
          <ac:chgData name="Kevin Acuna" userId="5683d4edbda9c6c8" providerId="LiveId" clId="{BB6E8D10-B0B7-4D0C-99A1-D653A4E0B537}" dt="2026-09-02T20:03:30.257" v="5814" actId="11529"/>
          <ac:cxnSpMkLst>
            <pc:docMk/>
            <pc:sldMk cId="322116709" sldId="280"/>
            <ac:cxnSpMk id="19" creationId="{A33CD2CD-ACDF-4E64-0883-CEAB35295C52}"/>
          </ac:cxnSpMkLst>
        </pc:cxnChg>
        <pc:cxnChg chg="add mod">
          <ac:chgData name="Kevin Acuna" userId="5683d4edbda9c6c8" providerId="LiveId" clId="{BB6E8D10-B0B7-4D0C-99A1-D653A4E0B537}" dt="2026-09-02T20:51:24.189" v="6425" actId="14100"/>
          <ac:cxnSpMkLst>
            <pc:docMk/>
            <pc:sldMk cId="322116709" sldId="280"/>
            <ac:cxnSpMk id="21" creationId="{26CC6A03-6601-A0C6-B25D-1EC32D28605D}"/>
          </ac:cxnSpMkLst>
        </pc:cxnChg>
        <pc:cxnChg chg="add mod">
          <ac:chgData name="Kevin Acuna" userId="5683d4edbda9c6c8" providerId="LiveId" clId="{BB6E8D10-B0B7-4D0C-99A1-D653A4E0B537}" dt="2026-09-02T20:03:50.086" v="5817" actId="571"/>
          <ac:cxnSpMkLst>
            <pc:docMk/>
            <pc:sldMk cId="322116709" sldId="280"/>
            <ac:cxnSpMk id="27" creationId="{B7687A5F-00DF-E84A-DF6A-D0118D004A53}"/>
          </ac:cxnSpMkLst>
        </pc:cxnChg>
        <pc:cxnChg chg="add mod">
          <ac:chgData name="Kevin Acuna" userId="5683d4edbda9c6c8" providerId="LiveId" clId="{BB6E8D10-B0B7-4D0C-99A1-D653A4E0B537}" dt="2026-09-02T20:51:31.075" v="6437" actId="14100"/>
          <ac:cxnSpMkLst>
            <pc:docMk/>
            <pc:sldMk cId="322116709" sldId="280"/>
            <ac:cxnSpMk id="28" creationId="{D7C17652-D6D3-5A99-CC80-82F775E1DFA2}"/>
          </ac:cxnSpMkLst>
        </pc:cxnChg>
        <pc:cxnChg chg="add mod">
          <ac:chgData name="Kevin Acuna" userId="5683d4edbda9c6c8" providerId="LiveId" clId="{BB6E8D10-B0B7-4D0C-99A1-D653A4E0B537}" dt="2026-09-02T20:04:17.461" v="5832" actId="1076"/>
          <ac:cxnSpMkLst>
            <pc:docMk/>
            <pc:sldMk cId="322116709" sldId="280"/>
            <ac:cxnSpMk id="32" creationId="{D9479752-E02A-13F3-ECB8-BCEA240C14E8}"/>
          </ac:cxnSpMkLst>
        </pc:cxnChg>
        <pc:cxnChg chg="add mod">
          <ac:chgData name="Kevin Acuna" userId="5683d4edbda9c6c8" providerId="LiveId" clId="{BB6E8D10-B0B7-4D0C-99A1-D653A4E0B537}" dt="2026-09-02T20:51:37.107" v="6449" actId="14100"/>
          <ac:cxnSpMkLst>
            <pc:docMk/>
            <pc:sldMk cId="322116709" sldId="280"/>
            <ac:cxnSpMk id="33" creationId="{6D753A82-8844-69E6-AB2A-6DFA3F16B98C}"/>
          </ac:cxnSpMkLst>
        </pc:cxnChg>
        <pc:cxnChg chg="add mod">
          <ac:chgData name="Kevin Acuna" userId="5683d4edbda9c6c8" providerId="LiveId" clId="{BB6E8D10-B0B7-4D0C-99A1-D653A4E0B537}" dt="2026-09-02T20:08:23.923" v="5928" actId="693"/>
          <ac:cxnSpMkLst>
            <pc:docMk/>
            <pc:sldMk cId="322116709" sldId="280"/>
            <ac:cxnSpMk id="43" creationId="{AB87CEC3-4FEA-0F15-639B-30BC707B2F20}"/>
          </ac:cxnSpMkLst>
        </pc:cxnChg>
      </pc:sldChg>
      <pc:sldChg chg="addSp delSp modSp add mod ord addAnim delAnim modAnim">
        <pc:chgData name="Kevin Acuna" userId="5683d4edbda9c6c8" providerId="LiveId" clId="{BB6E8D10-B0B7-4D0C-99A1-D653A4E0B537}" dt="2026-09-04T10:53:07.418" v="7491" actId="1076"/>
        <pc:sldMkLst>
          <pc:docMk/>
          <pc:sldMk cId="2839153030" sldId="281"/>
        </pc:sldMkLst>
        <pc:spChg chg="mod">
          <ac:chgData name="Kevin Acuna" userId="5683d4edbda9c6c8" providerId="LiveId" clId="{BB6E8D10-B0B7-4D0C-99A1-D653A4E0B537}" dt="2026-09-02T23:25:55.705" v="7486" actId="1076"/>
          <ac:spMkLst>
            <pc:docMk/>
            <pc:sldMk cId="2839153030" sldId="281"/>
            <ac:spMk id="6" creationId="{64019DF9-E55A-3C86-7853-170AD227A0F5}"/>
          </ac:spMkLst>
        </pc:spChg>
        <pc:spChg chg="add mod">
          <ac:chgData name="Kevin Acuna" userId="5683d4edbda9c6c8" providerId="LiveId" clId="{BB6E8D10-B0B7-4D0C-99A1-D653A4E0B537}" dt="2026-09-04T10:03:11.260" v="7490" actId="20577"/>
          <ac:spMkLst>
            <pc:docMk/>
            <pc:sldMk cId="2839153030" sldId="281"/>
            <ac:spMk id="15" creationId="{09B2069D-E217-D132-7047-744A61AF6E4B}"/>
          </ac:spMkLst>
        </pc:spChg>
        <pc:spChg chg="add mod">
          <ac:chgData name="Kevin Acuna" userId="5683d4edbda9c6c8" providerId="LiveId" clId="{BB6E8D10-B0B7-4D0C-99A1-D653A4E0B537}" dt="2026-09-04T10:03:08.274" v="7488" actId="20577"/>
          <ac:spMkLst>
            <pc:docMk/>
            <pc:sldMk cId="2839153030" sldId="281"/>
            <ac:spMk id="16" creationId="{F87D35CD-8B02-3EAA-DD1A-C1304F665703}"/>
          </ac:spMkLst>
        </pc:spChg>
        <pc:spChg chg="add mod">
          <ac:chgData name="Kevin Acuna" userId="5683d4edbda9c6c8" providerId="LiveId" clId="{BB6E8D10-B0B7-4D0C-99A1-D653A4E0B537}" dt="2026-09-02T23:21:44.980" v="7459" actId="1076"/>
          <ac:spMkLst>
            <pc:docMk/>
            <pc:sldMk cId="2839153030" sldId="281"/>
            <ac:spMk id="18" creationId="{BB4A858C-F597-DC6C-F758-F440065FBB11}"/>
          </ac:spMkLst>
        </pc:spChg>
        <pc:spChg chg="add mod">
          <ac:chgData name="Kevin Acuna" userId="5683d4edbda9c6c8" providerId="LiveId" clId="{BB6E8D10-B0B7-4D0C-99A1-D653A4E0B537}" dt="2026-09-02T23:20:49.467" v="7413" actId="1076"/>
          <ac:spMkLst>
            <pc:docMk/>
            <pc:sldMk cId="2839153030" sldId="281"/>
            <ac:spMk id="23" creationId="{4773EEAB-BF13-E447-8238-07F6F72234F0}"/>
          </ac:spMkLst>
        </pc:spChg>
        <pc:picChg chg="add mod modCrop">
          <ac:chgData name="Kevin Acuna" userId="5683d4edbda9c6c8" providerId="LiveId" clId="{BB6E8D10-B0B7-4D0C-99A1-D653A4E0B537}" dt="2026-09-02T23:14:55.117" v="7386" actId="1076"/>
          <ac:picMkLst>
            <pc:docMk/>
            <pc:sldMk cId="2839153030" sldId="281"/>
            <ac:picMk id="4" creationId="{DDB00CA1-6FA9-BFE0-F2D9-D31BC68D5227}"/>
          </ac:picMkLst>
        </pc:picChg>
        <pc:picChg chg="add mod">
          <ac:chgData name="Kevin Acuna" userId="5683d4edbda9c6c8" providerId="LiveId" clId="{BB6E8D10-B0B7-4D0C-99A1-D653A4E0B537}" dt="2026-09-04T10:53:07.418" v="7491" actId="1076"/>
          <ac:picMkLst>
            <pc:docMk/>
            <pc:sldMk cId="2839153030" sldId="281"/>
            <ac:picMk id="10" creationId="{7DA63480-46F3-1723-F994-52F477EF4AC3}"/>
          </ac:picMkLst>
        </pc:picChg>
        <pc:picChg chg="add mod">
          <ac:chgData name="Kevin Acuna" userId="5683d4edbda9c6c8" providerId="LiveId" clId="{BB6E8D10-B0B7-4D0C-99A1-D653A4E0B537}" dt="2026-09-02T23:14:55.117" v="7386" actId="1076"/>
          <ac:picMkLst>
            <pc:docMk/>
            <pc:sldMk cId="2839153030" sldId="281"/>
            <ac:picMk id="13" creationId="{E8994B52-A189-319E-65AD-16BA53CCFF6B}"/>
          </ac:picMkLst>
        </pc:picChg>
        <pc:picChg chg="add mod modCrop">
          <ac:chgData name="Kevin Acuna" userId="5683d4edbda9c6c8" providerId="LiveId" clId="{BB6E8D10-B0B7-4D0C-99A1-D653A4E0B537}" dt="2026-09-02T23:20:49.467" v="7413" actId="1076"/>
          <ac:picMkLst>
            <pc:docMk/>
            <pc:sldMk cId="2839153030" sldId="281"/>
            <ac:picMk id="21" creationId="{0ABCF754-3BF3-3C00-68CF-2DB9319F3097}"/>
          </ac:picMkLst>
        </pc:picChg>
      </pc:sldChg>
      <pc:sldChg chg="addSp delSp modSp add mod delAnim">
        <pc:chgData name="Kevin Acuna" userId="5683d4edbda9c6c8" providerId="LiveId" clId="{BB6E8D10-B0B7-4D0C-99A1-D653A4E0B537}" dt="2026-09-02T21:07:40.335" v="6732" actId="1076"/>
        <pc:sldMkLst>
          <pc:docMk/>
          <pc:sldMk cId="2014622290" sldId="282"/>
        </pc:sldMkLst>
        <pc:spChg chg="add mod">
          <ac:chgData name="Kevin Acuna" userId="5683d4edbda9c6c8" providerId="LiveId" clId="{BB6E8D10-B0B7-4D0C-99A1-D653A4E0B537}" dt="2026-09-02T21:07:21.415" v="6725" actId="1076"/>
          <ac:spMkLst>
            <pc:docMk/>
            <pc:sldMk cId="2014622290" sldId="282"/>
            <ac:spMk id="5" creationId="{BE50EC6A-EBB0-8EAB-A859-DF16724967F6}"/>
          </ac:spMkLst>
        </pc:spChg>
        <pc:spChg chg="mod">
          <ac:chgData name="Kevin Acuna" userId="5683d4edbda9c6c8" providerId="LiveId" clId="{BB6E8D10-B0B7-4D0C-99A1-D653A4E0B537}" dt="2026-09-02T20:40:01.365" v="6367" actId="20577"/>
          <ac:spMkLst>
            <pc:docMk/>
            <pc:sldMk cId="2014622290" sldId="282"/>
            <ac:spMk id="6" creationId="{A33ADE85-2AAF-4CA6-824E-A4C1F14F5990}"/>
          </ac:spMkLst>
        </pc:spChg>
        <pc:spChg chg="add mod">
          <ac:chgData name="Kevin Acuna" userId="5683d4edbda9c6c8" providerId="LiveId" clId="{BB6E8D10-B0B7-4D0C-99A1-D653A4E0B537}" dt="2026-09-02T21:07:21.415" v="6725" actId="1076"/>
          <ac:spMkLst>
            <pc:docMk/>
            <pc:sldMk cId="2014622290" sldId="282"/>
            <ac:spMk id="9" creationId="{43D0DDE2-5755-D26E-8638-D625A0069143}"/>
          </ac:spMkLst>
        </pc:spChg>
        <pc:spChg chg="add mod">
          <ac:chgData name="Kevin Acuna" userId="5683d4edbda9c6c8" providerId="LiveId" clId="{BB6E8D10-B0B7-4D0C-99A1-D653A4E0B537}" dt="2026-09-02T21:07:21.415" v="6725" actId="1076"/>
          <ac:spMkLst>
            <pc:docMk/>
            <pc:sldMk cId="2014622290" sldId="282"/>
            <ac:spMk id="10" creationId="{E86B920A-F687-2DDE-CE9E-F3DA17DD132F}"/>
          </ac:spMkLst>
        </pc:spChg>
        <pc:picChg chg="add mod">
          <ac:chgData name="Kevin Acuna" userId="5683d4edbda9c6c8" providerId="LiveId" clId="{BB6E8D10-B0B7-4D0C-99A1-D653A4E0B537}" dt="2026-09-02T21:07:40.335" v="6732" actId="1076"/>
          <ac:picMkLst>
            <pc:docMk/>
            <pc:sldMk cId="2014622290" sldId="282"/>
            <ac:picMk id="141" creationId="{30E847ED-0E0E-A533-0938-73E4F8D7DFB4}"/>
          </ac:picMkLst>
        </pc:picChg>
        <pc:cxnChg chg="add mod">
          <ac:chgData name="Kevin Acuna" userId="5683d4edbda9c6c8" providerId="LiveId" clId="{BB6E8D10-B0B7-4D0C-99A1-D653A4E0B537}" dt="2026-09-02T21:07:21.415" v="6725" actId="1076"/>
          <ac:cxnSpMkLst>
            <pc:docMk/>
            <pc:sldMk cId="2014622290" sldId="282"/>
            <ac:cxnSpMk id="13" creationId="{9C72E5DC-884C-CF9A-8352-F0A8E530D7FB}"/>
          </ac:cxnSpMkLst>
        </pc:cxnChg>
        <pc:cxnChg chg="add mod">
          <ac:chgData name="Kevin Acuna" userId="5683d4edbda9c6c8" providerId="LiveId" clId="{BB6E8D10-B0B7-4D0C-99A1-D653A4E0B537}" dt="2026-09-02T21:07:21.415" v="6725" actId="1076"/>
          <ac:cxnSpMkLst>
            <pc:docMk/>
            <pc:sldMk cId="2014622290" sldId="282"/>
            <ac:cxnSpMk id="14" creationId="{CBD4C0AD-5E48-39F4-398F-317B7B9C4436}"/>
          </ac:cxnSpMkLst>
        </pc:cxnChg>
      </pc:sldChg>
      <pc:sldChg chg="addSp delSp modSp add mod">
        <pc:chgData name="Kevin Acuna" userId="5683d4edbda9c6c8" providerId="LiveId" clId="{BB6E8D10-B0B7-4D0C-99A1-D653A4E0B537}" dt="2026-09-02T22:40:06.627" v="7201" actId="1076"/>
        <pc:sldMkLst>
          <pc:docMk/>
          <pc:sldMk cId="290291624" sldId="283"/>
        </pc:sldMkLst>
        <pc:spChg chg="add mod">
          <ac:chgData name="Kevin Acuna" userId="5683d4edbda9c6c8" providerId="LiveId" clId="{BB6E8D10-B0B7-4D0C-99A1-D653A4E0B537}" dt="2026-09-02T22:40:06.627" v="7201" actId="1076"/>
          <ac:spMkLst>
            <pc:docMk/>
            <pc:sldMk cId="290291624" sldId="283"/>
            <ac:spMk id="4" creationId="{B02DAEF6-C1D6-CB06-2F69-F88C59DE139A}"/>
          </ac:spMkLst>
        </pc:spChg>
        <pc:spChg chg="mod">
          <ac:chgData name="Kevin Acuna" userId="5683d4edbda9c6c8" providerId="LiveId" clId="{BB6E8D10-B0B7-4D0C-99A1-D653A4E0B537}" dt="2026-09-02T21:17:40.599" v="7046" actId="1076"/>
          <ac:spMkLst>
            <pc:docMk/>
            <pc:sldMk cId="290291624" sldId="283"/>
            <ac:spMk id="6" creationId="{7C44C57D-AE62-0B77-BB3E-D315FF9F40F2}"/>
          </ac:spMkLst>
        </pc:spChg>
        <pc:spChg chg="add mod">
          <ac:chgData name="Kevin Acuna" userId="5683d4edbda9c6c8" providerId="LiveId" clId="{BB6E8D10-B0B7-4D0C-99A1-D653A4E0B537}" dt="2026-09-02T22:39:49.115" v="7194" actId="1076"/>
          <ac:spMkLst>
            <pc:docMk/>
            <pc:sldMk cId="290291624" sldId="283"/>
            <ac:spMk id="7" creationId="{8D254462-E60A-BDD0-95E2-8BB676F62F47}"/>
          </ac:spMkLst>
        </pc:spChg>
        <pc:spChg chg="add mod">
          <ac:chgData name="Kevin Acuna" userId="5683d4edbda9c6c8" providerId="LiveId" clId="{BB6E8D10-B0B7-4D0C-99A1-D653A4E0B537}" dt="2026-09-02T22:39:57.259" v="7197" actId="1076"/>
          <ac:spMkLst>
            <pc:docMk/>
            <pc:sldMk cId="290291624" sldId="283"/>
            <ac:spMk id="8" creationId="{95EC3E36-2083-BCA4-066F-B07923B4FD7E}"/>
          </ac:spMkLst>
        </pc:spChg>
        <pc:spChg chg="add mod">
          <ac:chgData name="Kevin Acuna" userId="5683d4edbda9c6c8" providerId="LiveId" clId="{BB6E8D10-B0B7-4D0C-99A1-D653A4E0B537}" dt="2026-09-02T22:39:45.412" v="7192" actId="1076"/>
          <ac:spMkLst>
            <pc:docMk/>
            <pc:sldMk cId="290291624" sldId="283"/>
            <ac:spMk id="12" creationId="{AAFD4F49-FA71-C6E0-D5D1-7FEB35E38ACC}"/>
          </ac:spMkLst>
        </pc:spChg>
        <pc:spChg chg="add mod">
          <ac:chgData name="Kevin Acuna" userId="5683d4edbda9c6c8" providerId="LiveId" clId="{BB6E8D10-B0B7-4D0C-99A1-D653A4E0B537}" dt="2026-09-02T21:27:41.564" v="7166" actId="1076"/>
          <ac:spMkLst>
            <pc:docMk/>
            <pc:sldMk cId="290291624" sldId="283"/>
            <ac:spMk id="15" creationId="{9A4651D5-3609-A117-4C37-4ED4DA0E6778}"/>
          </ac:spMkLst>
        </pc:spChg>
        <pc:spChg chg="add mod">
          <ac:chgData name="Kevin Acuna" userId="5683d4edbda9c6c8" providerId="LiveId" clId="{BB6E8D10-B0B7-4D0C-99A1-D653A4E0B537}" dt="2026-09-02T21:24:07.115" v="7143" actId="1076"/>
          <ac:spMkLst>
            <pc:docMk/>
            <pc:sldMk cId="290291624" sldId="283"/>
            <ac:spMk id="17" creationId="{61451B54-A6AF-C4BD-9B0C-2715D997F66B}"/>
          </ac:spMkLst>
        </pc:spChg>
      </pc:sldChg>
      <pc:sldChg chg="delSp modSp add mod">
        <pc:chgData name="Kevin Acuna" userId="5683d4edbda9c6c8" providerId="LiveId" clId="{BB6E8D10-B0B7-4D0C-99A1-D653A4E0B537}" dt="2026-09-02T22:38:59.859" v="7186" actId="1076"/>
        <pc:sldMkLst>
          <pc:docMk/>
          <pc:sldMk cId="9188766" sldId="284"/>
        </pc:sldMkLst>
        <pc:spChg chg="mod">
          <ac:chgData name="Kevin Acuna" userId="5683d4edbda9c6c8" providerId="LiveId" clId="{BB6E8D10-B0B7-4D0C-99A1-D653A4E0B537}" dt="2026-09-02T22:38:59.859" v="7186" actId="1076"/>
          <ac:spMkLst>
            <pc:docMk/>
            <pc:sldMk cId="9188766" sldId="284"/>
            <ac:spMk id="6" creationId="{E9830936-D28A-4FE1-23C9-2B743FD98008}"/>
          </ac:spMkLst>
        </pc:spChg>
      </pc:sldChg>
      <pc:sldChg chg="add">
        <pc:chgData name="Kevin Acuna" userId="5683d4edbda9c6c8" providerId="LiveId" clId="{BB6E8D10-B0B7-4D0C-99A1-D653A4E0B537}" dt="2026-09-02T22:40:21.248" v="7202"/>
        <pc:sldMkLst>
          <pc:docMk/>
          <pc:sldMk cId="3293126737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E4095B-8959-4EE4-8DC9-932FD41429AE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22C25-C9DE-4678-B4C7-389B73BDF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413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22C25-C9DE-4678-B4C7-389B73BDF8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67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B45D7-1142-852F-D48B-01A7B7888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D1945-5146-D35B-E629-FCF12D1CF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2130A-B84E-F59C-12C8-B3C2FC71E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30337-F93A-F4C6-94D6-361F26CCC9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22C25-C9DE-4678-B4C7-389B73BDF8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877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22C25-C9DE-4678-B4C7-389B73BDF8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041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AD01E-5335-2AE5-1074-646E7AE92F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8A68D7-445E-40CB-3604-7CB72B50B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8D8F2-3725-6AB4-0593-04D19B5F2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EB26E-9079-6CDC-411C-F35D094A7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24333-0715-0A05-715A-FCD4D5B5F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2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6DCC-5B8A-4A36-393B-C7861DBE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7A62B-C5A1-67E5-88AE-6758248EB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2FBC3-5BAF-0A45-325C-4F5741AC8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B7C7B-7734-545E-BF56-6FB4C3ADA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3BE1D-7704-3A71-C65A-51DDBD226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6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13EA2-15CD-9209-F001-069279C4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335B3-E474-4EBF-07C3-66B3740B8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03559-F371-1C72-50E5-DF07650F3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E6531-110E-3787-6971-5372866DA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5C968-A2B4-B1FC-0556-1158A3050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12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9987-A8A6-1809-DC47-A3E9A5B24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ACDEC-0560-D517-354D-7198503A5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88697-79BD-3062-BB51-5858A3BB6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AFD57-96D5-BEA6-5BF7-01C330119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D759D-22ED-950A-1DFE-7721430A1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4E457-B6E9-CE05-337C-BA1D3CF03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548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46364-7164-6F91-D5C1-5829F04FE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52708-1206-24CC-1E92-3D8DEE16F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618F2-E1D7-58E4-A81E-137839773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58920E-91DE-B857-B5F1-15CF8BE369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B53D95-6ACB-37BD-99EA-3853F96C1A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96A9E3-429D-8715-1FD4-610F5422B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BF9045-01D5-BB1C-293A-0F42E57AF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096D7B-1861-398A-B896-5AD533FE7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730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B91E3-BE1C-A7C8-C797-B9C5F166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25C156-7467-FEA1-20FC-73274AEAF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2AD4B0-54C3-0BE7-05A7-42974774F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079DB-B150-6A75-748A-937B4B469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526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9B24E9-4019-0DA1-405B-2403B81FD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EC5D79-648E-023C-4973-E814FD0D1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FED09-E907-FA71-CDC2-ABF6B6DB8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586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F493D-F8D7-14DC-A663-D3B3B57CD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E6AF1-7845-96B7-3D68-AA9E89B09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6DF52-8F88-9A69-66E3-9ECEC3174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61654-B57B-5CE0-87CF-7F13C2063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CC174-5008-3FBB-C9C7-76D49E2DB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36988-0835-34DF-124D-D4705F5C7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082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69228-D169-35C4-E93F-EB2B03099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4DC5EC-0EB0-CC87-5B34-C25B3BA037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4E5CE-582A-D86C-9A96-92889E66C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19EED-821F-B97B-F651-B3EF51E97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B41ED-BB30-33A1-EA97-BC08D97A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761AD-27E8-2EEF-726E-0C12A9A95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94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A50E1-23C1-9759-8356-D4519A2FA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BA057E-2EF9-BD0E-58C8-02CDCDC58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5FD95-27E8-D350-649B-52902A7E5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B16FE-4E43-23EA-4E93-511BEA323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D0B5E-B50B-D63F-D074-34D24C54D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54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EFF931-A1ED-83A3-D0FA-E3C8D5F421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14020B-1E37-1DBC-2221-F672A979A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5B9E1-CA40-B88D-696A-B10FF1EC2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04B8A-9F15-E270-FC4C-BEF0D5A28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D8302-EF11-2AC6-2960-6281D711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91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0F3CD1-E57A-62D5-35CB-10BEE1E14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9B00A-E026-797A-3BC0-A99DFE650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D14BE-77EA-8D31-D1B4-AE2A6BD589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461FF3-9A1C-4617-855B-3BFD31F444A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CA7CA-7859-3988-F44F-252ABEF6A9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84684-415C-0963-4181-17DAC8AFC7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332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orlabs.com/motorized-tilt-and-rotation-stage-with-integrated-controller" TargetMode="External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D2F076-956A-92DF-AB04-997BDDE83A99}"/>
              </a:ext>
            </a:extLst>
          </p:cNvPr>
          <p:cNvSpPr txBox="1"/>
          <p:nvPr/>
        </p:nvSpPr>
        <p:spPr>
          <a:xfrm>
            <a:off x="5529206" y="4667944"/>
            <a:ext cx="11208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08/09/2026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8242AF-0538-C79E-B0F5-5D562077E0FC}"/>
              </a:ext>
            </a:extLst>
          </p:cNvPr>
          <p:cNvSpPr txBox="1"/>
          <p:nvPr/>
        </p:nvSpPr>
        <p:spPr>
          <a:xfrm>
            <a:off x="4679511" y="4411566"/>
            <a:ext cx="2829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noProof="1">
                <a:solidFill>
                  <a:srgbClr val="2977A0"/>
                </a:solidFill>
                <a:latin typeface="Times New Roman" panose="02020603050405020304" pitchFamily="18" charset="0"/>
                <a:ea typeface="Open Sans Light" pitchFamily="2" charset="0"/>
                <a:cs typeface="Times New Roman" panose="02020603050405020304" pitchFamily="18" charset="0"/>
              </a:rPr>
              <a:t>Kevin Jose ACUNA CONDORI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870B12-D6B4-E180-B835-4BBE25F6AE07}"/>
              </a:ext>
            </a:extLst>
          </p:cNvPr>
          <p:cNvSpPr txBox="1"/>
          <p:nvPr/>
        </p:nvSpPr>
        <p:spPr>
          <a:xfrm>
            <a:off x="2577695" y="3278033"/>
            <a:ext cx="7032994" cy="429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n-US" sz="20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Receiver Diversity - Optical Wireless Positioning</a:t>
            </a:r>
          </a:p>
        </p:txBody>
      </p:sp>
    </p:spTree>
    <p:extLst>
      <p:ext uri="{BB962C8B-B14F-4D97-AF65-F5344CB8AC3E}">
        <p14:creationId xmlns:p14="http://schemas.microsoft.com/office/powerpoint/2010/main" val="416678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FF162-507E-9D05-CFC9-D0C7FAE23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1CE705B-D92E-DACB-10B0-3FD4193A3A79}"/>
              </a:ext>
            </a:extLst>
          </p:cNvPr>
          <p:cNvSpPr txBox="1"/>
          <p:nvPr/>
        </p:nvSpPr>
        <p:spPr>
          <a:xfrm>
            <a:off x="246871" y="312572"/>
            <a:ext cx="10734893" cy="417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en-US" sz="20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13AD34D-2B85-8600-57A7-FBD606CF20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71" y="905435"/>
            <a:ext cx="8119495" cy="56399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C4CD617-EF9B-E9C0-7073-0E1B977501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85"/>
          <a:stretch>
            <a:fillRect/>
          </a:stretch>
        </p:blipFill>
        <p:spPr>
          <a:xfrm>
            <a:off x="8681976" y="521507"/>
            <a:ext cx="3110753" cy="579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225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2EB46-12C9-1D3D-0656-DEF422852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1BDDA8-8B7D-632C-075B-79F2BD84E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370" y="804569"/>
            <a:ext cx="9733259" cy="524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266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22517-246F-B532-19F6-806041C05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B0848C-82BA-A095-25D2-24320194C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5632" y="1473057"/>
            <a:ext cx="3332721" cy="34384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C4C261-B504-D59E-9F01-AC93DF96B6C0}"/>
              </a:ext>
            </a:extLst>
          </p:cNvPr>
          <p:cNvSpPr txBox="1"/>
          <p:nvPr/>
        </p:nvSpPr>
        <p:spPr>
          <a:xfrm>
            <a:off x="788893" y="2530539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following analysis, we consider K PD reorientations with a fixed tilt 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uniformly spaced in azimuth.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882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53113-4E2D-1AC5-149E-8608702A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89097D-60EB-652B-6D08-4AC5B36D62ED}"/>
              </a:ext>
            </a:extLst>
          </p:cNvPr>
          <p:cNvSpPr txBox="1"/>
          <p:nvPr/>
        </p:nvSpPr>
        <p:spPr>
          <a:xfrm>
            <a:off x="728553" y="3089836"/>
            <a:ext cx="10734893" cy="67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s-PE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K=9</a:t>
            </a:r>
            <a:endParaRPr lang="en-US" sz="3600" b="1" noProof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209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825118-9D00-CE0C-1E10-BDFB9AF9FF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904" y="0"/>
            <a:ext cx="10534192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A534740-17F4-40D6-D2F2-0908A3786724}"/>
                  </a:ext>
                </a:extLst>
              </p:cNvPr>
              <p:cNvSpPr txBox="1"/>
              <p:nvPr/>
            </p:nvSpPr>
            <p:spPr>
              <a:xfrm>
                <a:off x="-1" y="0"/>
                <a:ext cx="2277035" cy="763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Ф</m:t>
                        </m:r>
                      </m:e>
                      <m:sub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=30°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A534740-17F4-40D6-D2F2-0908A3786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0"/>
                <a:ext cx="2277035" cy="763863"/>
              </a:xfrm>
              <a:prstGeom prst="rect">
                <a:avLst/>
              </a:prstGeom>
              <a:blipFill>
                <a:blip r:embed="rId3"/>
                <a:stretch>
                  <a:fillRect t="-4000" r="-2941" b="-2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9536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C6C8A-DC6E-4BBB-BCED-598061B8B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0033A1-0D13-E791-7EF5-795484A962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903" y="0"/>
            <a:ext cx="10534193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ED35751-A7B9-665B-12C8-3F7E9CD7A0C4}"/>
                  </a:ext>
                </a:extLst>
              </p:cNvPr>
              <p:cNvSpPr txBox="1"/>
              <p:nvPr/>
            </p:nvSpPr>
            <p:spPr>
              <a:xfrm>
                <a:off x="-1" y="0"/>
                <a:ext cx="2277035" cy="763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Ф</m:t>
                        </m:r>
                      </m:e>
                      <m:sub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=45°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ED35751-A7B9-665B-12C8-3F7E9CD7A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0"/>
                <a:ext cx="2277035" cy="763863"/>
              </a:xfrm>
              <a:prstGeom prst="rect">
                <a:avLst/>
              </a:prstGeom>
              <a:blipFill>
                <a:blip r:embed="rId3"/>
                <a:stretch>
                  <a:fillRect t="-4000" r="-2941" b="-2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6253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A93DC-FDAE-101A-01A9-DE9540104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FBDE77-C772-A6E8-69DA-835371D77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904" y="0"/>
            <a:ext cx="1053419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BCF5DDE-AAD5-133E-519C-2CAFFD9BA2B8}"/>
              </a:ext>
            </a:extLst>
          </p:cNvPr>
          <p:cNvSpPr/>
          <p:nvPr/>
        </p:nvSpPr>
        <p:spPr>
          <a:xfrm>
            <a:off x="3962401" y="699247"/>
            <a:ext cx="2017058" cy="394447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1E6145-D5D2-2374-4581-83DD27F49D8D}"/>
              </a:ext>
            </a:extLst>
          </p:cNvPr>
          <p:cNvSpPr/>
          <p:nvPr/>
        </p:nvSpPr>
        <p:spPr>
          <a:xfrm>
            <a:off x="6355978" y="206189"/>
            <a:ext cx="1945340" cy="30480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1278F8-F6BA-DDA6-D70D-780F756A8CC1}"/>
              </a:ext>
            </a:extLst>
          </p:cNvPr>
          <p:cNvSpPr/>
          <p:nvPr/>
        </p:nvSpPr>
        <p:spPr>
          <a:xfrm>
            <a:off x="2456330" y="2483224"/>
            <a:ext cx="3424517" cy="1165411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D59204-C259-6BB2-3709-841825146C99}"/>
                  </a:ext>
                </a:extLst>
              </p:cNvPr>
              <p:cNvSpPr txBox="1"/>
              <p:nvPr/>
            </p:nvSpPr>
            <p:spPr>
              <a:xfrm>
                <a:off x="-1" y="0"/>
                <a:ext cx="2277035" cy="763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Ф</m:t>
                        </m:r>
                      </m:e>
                      <m:sub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=60°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D59204-C259-6BB2-3709-841825146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0"/>
                <a:ext cx="2277035" cy="763863"/>
              </a:xfrm>
              <a:prstGeom prst="rect">
                <a:avLst/>
              </a:prstGeom>
              <a:blipFill>
                <a:blip r:embed="rId3"/>
                <a:stretch>
                  <a:fillRect t="-4000" r="-2941" b="-2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9118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9EF16-6152-CBAC-98EC-A92EAB0B0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C17C72-280F-349A-E73D-19A4953824A1}"/>
              </a:ext>
            </a:extLst>
          </p:cNvPr>
          <p:cNvSpPr txBox="1"/>
          <p:nvPr/>
        </p:nvSpPr>
        <p:spPr>
          <a:xfrm>
            <a:off x="728553" y="3089836"/>
            <a:ext cx="10734893" cy="67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s-PE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K=3</a:t>
            </a:r>
            <a:endParaRPr lang="en-US" sz="3600" b="1" noProof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14CD39-ED0C-4D3A-1911-BD1C789E2FA4}"/>
              </a:ext>
            </a:extLst>
          </p:cNvPr>
          <p:cNvSpPr txBox="1"/>
          <p:nvPr/>
        </p:nvSpPr>
        <p:spPr>
          <a:xfrm>
            <a:off x="728553" y="3768163"/>
            <a:ext cx="10734893" cy="67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s-PE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(minimal configuration)</a:t>
            </a:r>
            <a:endParaRPr lang="en-US" sz="3600" b="1" noProof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147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48055D-A875-11A7-E477-9C29B7B44A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181" y="4700"/>
            <a:ext cx="10561637" cy="6853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B42032-462F-1FC5-AB9A-F7D068B407D0}"/>
                  </a:ext>
                </a:extLst>
              </p:cNvPr>
              <p:cNvSpPr txBox="1"/>
              <p:nvPr/>
            </p:nvSpPr>
            <p:spPr>
              <a:xfrm>
                <a:off x="-1" y="0"/>
                <a:ext cx="2277035" cy="763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Ф</m:t>
                        </m:r>
                      </m:e>
                      <m:sub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=30°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B42032-462F-1FC5-AB9A-F7D068B40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0"/>
                <a:ext cx="2277035" cy="763863"/>
              </a:xfrm>
              <a:prstGeom prst="rect">
                <a:avLst/>
              </a:prstGeom>
              <a:blipFill>
                <a:blip r:embed="rId3"/>
                <a:stretch>
                  <a:fillRect t="-4000" r="-2941" b="-2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7553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F758D-1CAF-DDCF-A0E5-95BF8E8B3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C994DFF-809B-23B0-23EC-6160448556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560" y="0"/>
            <a:ext cx="10568879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74100A-7BB6-8CF0-082B-A432F59DB793}"/>
                  </a:ext>
                </a:extLst>
              </p:cNvPr>
              <p:cNvSpPr txBox="1"/>
              <p:nvPr/>
            </p:nvSpPr>
            <p:spPr>
              <a:xfrm>
                <a:off x="-1" y="0"/>
                <a:ext cx="2277035" cy="763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Ф</m:t>
                        </m:r>
                      </m:e>
                      <m:sub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=45°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74100A-7BB6-8CF0-082B-A432F59DB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0"/>
                <a:ext cx="2277035" cy="763863"/>
              </a:xfrm>
              <a:prstGeom prst="rect">
                <a:avLst/>
              </a:prstGeom>
              <a:blipFill>
                <a:blip r:embed="rId3"/>
                <a:stretch>
                  <a:fillRect t="-4000" r="-2941" b="-2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6813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66F81-E3D7-91A4-11C0-10389E0A0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016104-A464-D0CC-F145-006FB5B658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002" y="-724"/>
            <a:ext cx="10569995" cy="685872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26E3103-CE15-BFF0-7A39-293E2CFBBC2C}"/>
              </a:ext>
            </a:extLst>
          </p:cNvPr>
          <p:cNvSpPr/>
          <p:nvPr/>
        </p:nvSpPr>
        <p:spPr>
          <a:xfrm>
            <a:off x="2079812" y="1380565"/>
            <a:ext cx="1873624" cy="2312895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7FD937-5015-14B5-23F7-994E7443BB13}"/>
              </a:ext>
            </a:extLst>
          </p:cNvPr>
          <p:cNvSpPr/>
          <p:nvPr/>
        </p:nvSpPr>
        <p:spPr>
          <a:xfrm>
            <a:off x="2079812" y="3918301"/>
            <a:ext cx="1873624" cy="375793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D69980-DC61-BD6C-82DF-A2ED7761DE11}"/>
              </a:ext>
            </a:extLst>
          </p:cNvPr>
          <p:cNvSpPr/>
          <p:nvPr/>
        </p:nvSpPr>
        <p:spPr>
          <a:xfrm>
            <a:off x="6275295" y="197948"/>
            <a:ext cx="1873624" cy="375793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CD412D-7F3C-0F1E-1886-5DF3E25FC41F}"/>
              </a:ext>
            </a:extLst>
          </p:cNvPr>
          <p:cNvSpPr/>
          <p:nvPr/>
        </p:nvSpPr>
        <p:spPr>
          <a:xfrm>
            <a:off x="3953436" y="717901"/>
            <a:ext cx="2017059" cy="375793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A69667-2324-3BF8-DAC1-DF22C8E35822}"/>
                  </a:ext>
                </a:extLst>
              </p:cNvPr>
              <p:cNvSpPr txBox="1"/>
              <p:nvPr/>
            </p:nvSpPr>
            <p:spPr>
              <a:xfrm>
                <a:off x="-1" y="0"/>
                <a:ext cx="2277035" cy="763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Ф</m:t>
                        </m:r>
                      </m:e>
                      <m:sub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s-PE" sz="3600" b="1" i="1" noProof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=60°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A69667-2324-3BF8-DAC1-DF22C8E35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0"/>
                <a:ext cx="2277035" cy="763863"/>
              </a:xfrm>
              <a:prstGeom prst="rect">
                <a:avLst/>
              </a:prstGeom>
              <a:blipFill>
                <a:blip r:embed="rId3"/>
                <a:stretch>
                  <a:fillRect t="-4000" r="-2941" b="-2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4536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587AD-6083-442C-09E8-3EAAFAA68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8810FB-1809-134E-2A4B-5388EEAE5660}"/>
              </a:ext>
            </a:extLst>
          </p:cNvPr>
          <p:cNvSpPr txBox="1"/>
          <p:nvPr/>
        </p:nvSpPr>
        <p:spPr>
          <a:xfrm>
            <a:off x="728553" y="3089836"/>
            <a:ext cx="10734893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n-US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Influence of K at different tilt angles θ</a:t>
            </a:r>
          </a:p>
        </p:txBody>
      </p:sp>
    </p:spTree>
    <p:extLst>
      <p:ext uri="{BB962C8B-B14F-4D97-AF65-F5344CB8AC3E}">
        <p14:creationId xmlns:p14="http://schemas.microsoft.com/office/powerpoint/2010/main" val="1531211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6D5B04-2B65-D78B-B2F7-132CF55D9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54" y="0"/>
            <a:ext cx="11278292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F52C983-7956-7344-1A53-4B81EFA3DB5A}"/>
              </a:ext>
            </a:extLst>
          </p:cNvPr>
          <p:cNvSpPr/>
          <p:nvPr/>
        </p:nvSpPr>
        <p:spPr>
          <a:xfrm>
            <a:off x="2447364" y="5988424"/>
            <a:ext cx="1810871" cy="663388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1A1EA3-3700-9DF9-8530-862562DC8B62}"/>
              </a:ext>
            </a:extLst>
          </p:cNvPr>
          <p:cNvSpPr/>
          <p:nvPr/>
        </p:nvSpPr>
        <p:spPr>
          <a:xfrm>
            <a:off x="6400799" y="0"/>
            <a:ext cx="2106707" cy="349624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359B26-FD09-A775-DFFB-94CF20D7E8DF}"/>
              </a:ext>
            </a:extLst>
          </p:cNvPr>
          <p:cNvSpPr txBox="1"/>
          <p:nvPr/>
        </p:nvSpPr>
        <p:spPr>
          <a:xfrm>
            <a:off x="0" y="5074"/>
            <a:ext cx="1584341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s-PE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θ=30°</a:t>
            </a:r>
            <a:endParaRPr lang="en-US" sz="3600" b="1" noProof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0E3E65-E148-A955-3569-7FE7D6C692E5}"/>
                  </a:ext>
                </a:extLst>
              </p:cNvPr>
              <p:cNvSpPr txBox="1"/>
              <p:nvPr/>
            </p:nvSpPr>
            <p:spPr>
              <a:xfrm>
                <a:off x="9933413" y="-32309"/>
                <a:ext cx="2277035" cy="689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14:m>
                  <m:oMath xmlns:m="http://schemas.openxmlformats.org/officeDocument/2006/math">
                    <m:r>
                      <a:rPr lang="es-PE" sz="3600" b="1" i="0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𝐅𝐎𝐕</m:t>
                    </m:r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=85°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0E3E65-E148-A955-3569-7FE7D6C69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3413" y="-32309"/>
                <a:ext cx="2277035" cy="689099"/>
              </a:xfrm>
              <a:prstGeom prst="rect">
                <a:avLst/>
              </a:prstGeom>
              <a:blipFill>
                <a:blip r:embed="rId3"/>
                <a:stretch>
                  <a:fillRect t="-9735" r="-802" b="-33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5572641C-008A-99F7-C992-A8A97C0C663A}"/>
              </a:ext>
            </a:extLst>
          </p:cNvPr>
          <p:cNvSpPr/>
          <p:nvPr/>
        </p:nvSpPr>
        <p:spPr>
          <a:xfrm>
            <a:off x="4294092" y="207121"/>
            <a:ext cx="2106707" cy="349624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50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683DC-754F-FF10-E995-FE7DF7C0E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82260E-ABDC-B2CF-D9C7-172238F90A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20" y="-7547"/>
            <a:ext cx="11282359" cy="68604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2B59CC-D5D2-B482-9D87-314E635787C8}"/>
              </a:ext>
            </a:extLst>
          </p:cNvPr>
          <p:cNvSpPr txBox="1"/>
          <p:nvPr/>
        </p:nvSpPr>
        <p:spPr>
          <a:xfrm>
            <a:off x="0" y="5074"/>
            <a:ext cx="1584341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s-PE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θ=10°</a:t>
            </a:r>
            <a:endParaRPr lang="en-US" sz="3600" b="1" noProof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19AAA2D-CDC8-296A-9D03-E8467E1F6166}"/>
                  </a:ext>
                </a:extLst>
              </p:cNvPr>
              <p:cNvSpPr txBox="1"/>
              <p:nvPr/>
            </p:nvSpPr>
            <p:spPr>
              <a:xfrm>
                <a:off x="9933413" y="-32309"/>
                <a:ext cx="2277035" cy="689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14:m>
                  <m:oMath xmlns:m="http://schemas.openxmlformats.org/officeDocument/2006/math">
                    <m:r>
                      <a:rPr lang="es-PE" sz="3600" b="1" i="0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𝐅𝐎𝐕</m:t>
                    </m:r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=85°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19AAA2D-CDC8-296A-9D03-E8467E1F6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3413" y="-32309"/>
                <a:ext cx="2277035" cy="689099"/>
              </a:xfrm>
              <a:prstGeom prst="rect">
                <a:avLst/>
              </a:prstGeom>
              <a:blipFill>
                <a:blip r:embed="rId3"/>
                <a:stretch>
                  <a:fillRect t="-9735" r="-802" b="-33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2A64DFF0-26ED-5CC2-5A26-8018F0DC47F3}"/>
              </a:ext>
            </a:extLst>
          </p:cNvPr>
          <p:cNvSpPr/>
          <p:nvPr/>
        </p:nvSpPr>
        <p:spPr>
          <a:xfrm>
            <a:off x="5862917" y="5952565"/>
            <a:ext cx="1810871" cy="663388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228E10-F490-47AD-652D-AE84E3629652}"/>
              </a:ext>
            </a:extLst>
          </p:cNvPr>
          <p:cNvSpPr/>
          <p:nvPr/>
        </p:nvSpPr>
        <p:spPr>
          <a:xfrm>
            <a:off x="6400799" y="0"/>
            <a:ext cx="2106707" cy="349624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A340E6-6C23-F8AF-1013-60A86E1A23C4}"/>
              </a:ext>
            </a:extLst>
          </p:cNvPr>
          <p:cNvSpPr/>
          <p:nvPr/>
        </p:nvSpPr>
        <p:spPr>
          <a:xfrm>
            <a:off x="4294092" y="207121"/>
            <a:ext cx="2106707" cy="349624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14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FB5C7-96CC-A91A-B129-7A86F25B0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4CD194-384E-61EB-D98A-57E35C6CDF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54" y="0"/>
            <a:ext cx="11278292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83ECBA-4A78-C228-ECC3-334C6F623778}"/>
              </a:ext>
            </a:extLst>
          </p:cNvPr>
          <p:cNvSpPr txBox="1"/>
          <p:nvPr/>
        </p:nvSpPr>
        <p:spPr>
          <a:xfrm>
            <a:off x="0" y="5074"/>
            <a:ext cx="1584341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s-PE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θ=3°</a:t>
            </a:r>
            <a:endParaRPr lang="en-US" sz="3600" b="1" noProof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3B981F-82EB-8417-6E67-F97BEC34C9F9}"/>
                  </a:ext>
                </a:extLst>
              </p:cNvPr>
              <p:cNvSpPr txBox="1"/>
              <p:nvPr/>
            </p:nvSpPr>
            <p:spPr>
              <a:xfrm>
                <a:off x="9933413" y="-32309"/>
                <a:ext cx="2277035" cy="689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14:m>
                  <m:oMath xmlns:m="http://schemas.openxmlformats.org/officeDocument/2006/math">
                    <m:r>
                      <a:rPr lang="es-PE" sz="3600" b="1" i="0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𝐅𝐎𝐕</m:t>
                    </m:r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=85°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3B981F-82EB-8417-6E67-F97BEC34C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3413" y="-32309"/>
                <a:ext cx="2277035" cy="689099"/>
              </a:xfrm>
              <a:prstGeom prst="rect">
                <a:avLst/>
              </a:prstGeom>
              <a:blipFill>
                <a:blip r:embed="rId3"/>
                <a:stretch>
                  <a:fillRect t="-9735" r="-802" b="-33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80EEA5DC-41D9-E3BC-8CA2-C11BE41C91A1}"/>
              </a:ext>
            </a:extLst>
          </p:cNvPr>
          <p:cNvSpPr/>
          <p:nvPr/>
        </p:nvSpPr>
        <p:spPr>
          <a:xfrm>
            <a:off x="11735146" y="5979460"/>
            <a:ext cx="456854" cy="663388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41D1E9-0DC4-135A-E883-6690631B4E25}"/>
              </a:ext>
            </a:extLst>
          </p:cNvPr>
          <p:cNvSpPr/>
          <p:nvPr/>
        </p:nvSpPr>
        <p:spPr>
          <a:xfrm>
            <a:off x="6400799" y="0"/>
            <a:ext cx="2106707" cy="349624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7C4DE0-8B90-3B63-6069-49B22BE3B07E}"/>
              </a:ext>
            </a:extLst>
          </p:cNvPr>
          <p:cNvSpPr/>
          <p:nvPr/>
        </p:nvSpPr>
        <p:spPr>
          <a:xfrm>
            <a:off x="4294092" y="207121"/>
            <a:ext cx="2106707" cy="349624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66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24B08-C3C1-0FBA-ECD4-B6D78A8B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C35E4C-704D-6427-7E74-40949B7FDC9B}"/>
              </a:ext>
            </a:extLst>
          </p:cNvPr>
          <p:cNvSpPr txBox="1"/>
          <p:nvPr/>
        </p:nvSpPr>
        <p:spPr>
          <a:xfrm>
            <a:off x="728553" y="3084450"/>
            <a:ext cx="10734893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n-US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Influence of A_PD</a:t>
            </a:r>
          </a:p>
        </p:txBody>
      </p:sp>
    </p:spTree>
    <p:extLst>
      <p:ext uri="{BB962C8B-B14F-4D97-AF65-F5344CB8AC3E}">
        <p14:creationId xmlns:p14="http://schemas.microsoft.com/office/powerpoint/2010/main" val="361818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1AA44B-16DD-5F56-0D84-207CE98EC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107"/>
          <a:stretch>
            <a:fillRect/>
          </a:stretch>
        </p:blipFill>
        <p:spPr>
          <a:xfrm>
            <a:off x="1149452" y="1769497"/>
            <a:ext cx="9731730" cy="33190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F3A94C-C0D5-DDFF-2462-FC9A3D3BE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35" b="281"/>
          <a:stretch>
            <a:fillRect/>
          </a:stretch>
        </p:blipFill>
        <p:spPr>
          <a:xfrm>
            <a:off x="1825303" y="5088503"/>
            <a:ext cx="8541394" cy="2689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3614A7-AFF8-4D7B-31E0-96D22A7A734B}"/>
              </a:ext>
            </a:extLst>
          </p:cNvPr>
          <p:cNvSpPr txBox="1"/>
          <p:nvPr/>
        </p:nvSpPr>
        <p:spPr>
          <a:xfrm>
            <a:off x="0" y="5074"/>
            <a:ext cx="5253318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s-PE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θ=30°, FOV=85, K=9</a:t>
            </a:r>
            <a:endParaRPr lang="en-US" sz="3600" b="1" noProof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348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F5505-646D-4A8A-62B7-6F4B121D1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D60AE63-1224-DDF1-AFBB-B2562B7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35" b="281"/>
          <a:stretch>
            <a:fillRect/>
          </a:stretch>
        </p:blipFill>
        <p:spPr>
          <a:xfrm>
            <a:off x="1825303" y="5088503"/>
            <a:ext cx="8541394" cy="2689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931C8E-611D-7E96-CFCE-E920059A823A}"/>
              </a:ext>
            </a:extLst>
          </p:cNvPr>
          <p:cNvSpPr txBox="1"/>
          <p:nvPr/>
        </p:nvSpPr>
        <p:spPr>
          <a:xfrm>
            <a:off x="0" y="5074"/>
            <a:ext cx="5253318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s-PE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θ=10°, FOV=85, K=9</a:t>
            </a:r>
            <a:endParaRPr lang="en-US" sz="3600" b="1" noProof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348A20-3FDF-D46A-4564-448CBD1649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817"/>
          <a:stretch>
            <a:fillRect/>
          </a:stretch>
        </p:blipFill>
        <p:spPr>
          <a:xfrm>
            <a:off x="1357226" y="1834559"/>
            <a:ext cx="9477547" cy="318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580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79160-CF99-3452-F7B0-1EE92346E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CCDFB1-0EF2-3E57-2617-C612716AC3EC}"/>
              </a:ext>
            </a:extLst>
          </p:cNvPr>
          <p:cNvSpPr txBox="1"/>
          <p:nvPr/>
        </p:nvSpPr>
        <p:spPr>
          <a:xfrm>
            <a:off x="728553" y="3084450"/>
            <a:ext cx="10734893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n-US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Heatmap (errors)</a:t>
            </a:r>
          </a:p>
        </p:txBody>
      </p:sp>
    </p:spTree>
    <p:extLst>
      <p:ext uri="{BB962C8B-B14F-4D97-AF65-F5344CB8AC3E}">
        <p14:creationId xmlns:p14="http://schemas.microsoft.com/office/powerpoint/2010/main" val="3760306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27BE3-A5DA-0560-A6F1-955EDA9C9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278283-8503-2C5D-ED93-831455E78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1838"/>
            <a:ext cx="12159293" cy="43943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B2C24F-4E22-923C-F425-E52E66A4739B}"/>
                  </a:ext>
                </a:extLst>
              </p:cNvPr>
              <p:cNvSpPr txBox="1"/>
              <p:nvPr/>
            </p:nvSpPr>
            <p:spPr>
              <a:xfrm>
                <a:off x="0" y="0"/>
                <a:ext cx="6965576" cy="763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θ=10°, FOV=85, K=9,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Ф</m:t>
                        </m:r>
                      </m:e>
                      <m:sub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=60°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B2C24F-4E22-923C-F425-E52E66A47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6965576" cy="763863"/>
              </a:xfrm>
              <a:prstGeom prst="rect">
                <a:avLst/>
              </a:prstGeom>
              <a:blipFill>
                <a:blip r:embed="rId3"/>
                <a:stretch>
                  <a:fillRect t="-4000" b="-2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7286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4D8A2-16F6-A6EB-D002-255EEEEF4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7CE6D3-4BDA-426F-A782-C336AFE9079A}"/>
                  </a:ext>
                </a:extLst>
              </p:cNvPr>
              <p:cNvSpPr txBox="1"/>
              <p:nvPr/>
            </p:nvSpPr>
            <p:spPr>
              <a:xfrm>
                <a:off x="0" y="0"/>
                <a:ext cx="6965576" cy="763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θ=20°, FOV=85, K=9,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Ф</m:t>
                        </m:r>
                      </m:e>
                      <m:sub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=60°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7CE6D3-4BDA-426F-A782-C336AFE90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6965576" cy="763863"/>
              </a:xfrm>
              <a:prstGeom prst="rect">
                <a:avLst/>
              </a:prstGeom>
              <a:blipFill>
                <a:blip r:embed="rId2"/>
                <a:stretch>
                  <a:fillRect t="-4000" b="-2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20C9169-22E8-BA4D-A918-1CA736584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8790"/>
            <a:ext cx="12176164" cy="440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4303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0D743-9671-4E0F-148C-494984ED7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A0CE1F-FA88-FF00-4DF4-A483158AC92D}"/>
              </a:ext>
            </a:extLst>
          </p:cNvPr>
          <p:cNvSpPr txBox="1"/>
          <p:nvPr/>
        </p:nvSpPr>
        <p:spPr>
          <a:xfrm>
            <a:off x="728553" y="3084450"/>
            <a:ext cx="10734893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n-US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Coverage</a:t>
            </a:r>
          </a:p>
        </p:txBody>
      </p:sp>
    </p:spTree>
    <p:extLst>
      <p:ext uri="{BB962C8B-B14F-4D97-AF65-F5344CB8AC3E}">
        <p14:creationId xmlns:p14="http://schemas.microsoft.com/office/powerpoint/2010/main" val="23414860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2B6A52-4D27-8F05-A734-B034EE343A7F}"/>
                  </a:ext>
                </a:extLst>
              </p:cNvPr>
              <p:cNvSpPr txBox="1"/>
              <p:nvPr/>
            </p:nvSpPr>
            <p:spPr>
              <a:xfrm>
                <a:off x="0" y="0"/>
                <a:ext cx="4921624" cy="763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K=9,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Ф</m:t>
                        </m:r>
                      </m:e>
                      <m:sub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=60°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2B6A52-4D27-8F05-A734-B034EE343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4921624" cy="763863"/>
              </a:xfrm>
              <a:prstGeom prst="rect">
                <a:avLst/>
              </a:prstGeom>
              <a:blipFill>
                <a:blip r:embed="rId2"/>
                <a:stretch>
                  <a:fillRect t="-4000" b="-2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21CE1AE6-86A4-983A-1909-911FF4B446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059"/>
          <a:stretch>
            <a:fillRect/>
          </a:stretch>
        </p:blipFill>
        <p:spPr>
          <a:xfrm>
            <a:off x="769396" y="904625"/>
            <a:ext cx="4681145" cy="56396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5F5F52-AE3E-2771-BA63-5F28234AF3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6503"/>
          <a:stretch>
            <a:fillRect/>
          </a:stretch>
        </p:blipFill>
        <p:spPr>
          <a:xfrm>
            <a:off x="5535137" y="917321"/>
            <a:ext cx="4630840" cy="56358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41740FB-E89B-720E-544E-C95007F6A9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17" r="489"/>
          <a:stretch>
            <a:fillRect/>
          </a:stretch>
        </p:blipFill>
        <p:spPr>
          <a:xfrm>
            <a:off x="10363200" y="931517"/>
            <a:ext cx="978722" cy="56358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4374D26-EE27-CADA-82F5-A12C712B3133}"/>
                  </a:ext>
                </a:extLst>
              </p:cNvPr>
              <p:cNvSpPr txBox="1"/>
              <p:nvPr/>
            </p:nvSpPr>
            <p:spPr>
              <a:xfrm>
                <a:off x="6015318" y="0"/>
                <a:ext cx="4921624" cy="763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K=3,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Ф</m:t>
                        </m:r>
                      </m:e>
                      <m:sub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=60°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4374D26-EE27-CADA-82F5-A12C712B3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318" y="0"/>
                <a:ext cx="4921624" cy="763863"/>
              </a:xfrm>
              <a:prstGeom prst="rect">
                <a:avLst/>
              </a:prstGeom>
              <a:blipFill>
                <a:blip r:embed="rId5"/>
                <a:stretch>
                  <a:fillRect t="-4000" b="-2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63963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7A6F6-7B81-69C2-A6FB-AB3C21C0C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FC049F-7038-F482-1BE6-F5F0049C071A}"/>
                  </a:ext>
                </a:extLst>
              </p:cNvPr>
              <p:cNvSpPr txBox="1"/>
              <p:nvPr/>
            </p:nvSpPr>
            <p:spPr>
              <a:xfrm>
                <a:off x="1304364" y="1887702"/>
                <a:ext cx="9583271" cy="22462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For a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fully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visible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uniform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cone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of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PE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𝐾</m:t>
                    </m:r>
                    <m:r>
                      <a:rPr lang="es-PE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≥3</m:t>
                    </m:r>
                  </m:oMath>
                </a14:m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PD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orientations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with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a </a:t>
                </a:r>
                <a:r>
                  <a:rPr lang="es-PE" sz="2000" b="1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small</a:t>
                </a:r>
                <a:r>
                  <a:rPr lang="es-PE" sz="2000" b="1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s-PE" sz="2000" b="1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common</a:t>
                </a:r>
                <a:r>
                  <a:rPr lang="es-PE" sz="2000" b="1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tilt </a:t>
                </a:r>
                <a14:m>
                  <m:oMath xmlns:m="http://schemas.openxmlformats.org/officeDocument/2006/math">
                    <m:r>
                      <a:rPr lang="es-PE" sz="2000" b="1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𝜽</m:t>
                    </m:r>
                  </m:oMath>
                </a14:m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assuming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homoscedastic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Gaussian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noise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s-PE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𝑁</m:t>
                    </m:r>
                  </m:oMath>
                </a14:m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independent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samples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per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orientation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and fixing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receiver position and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remaining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optical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parameters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PEB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scales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s-PE" sz="2000" kern="1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asymptotically</a:t>
                </a: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as:</a:t>
                </a:r>
              </a:p>
              <a:p>
                <a:pPr algn="just">
                  <a:buNone/>
                </a:pPr>
                <a:r>
                  <a:rPr lang="es-PE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</a:p>
              <a:p>
                <a:pPr algn="just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s-PE" sz="2000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PEB</m:t>
                      </m:r>
                      <m:r>
                        <a:rPr lang="es-PE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∝ </m:t>
                      </m:r>
                      <m:f>
                        <m:fPr>
                          <m:ctrlPr>
                            <a:rPr lang="es-PE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PE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𝜎</m:t>
                          </m:r>
                        </m:num>
                        <m:den>
                          <m:sSub>
                            <m:sSubPr>
                              <m:ctrlPr>
                                <a:rPr lang="es-PE" sz="20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PE" sz="20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PE" sz="20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PE" sz="20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PE" sz="20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PE" sz="20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𝑃𝐷</m:t>
                              </m:r>
                            </m:sub>
                          </m:sSub>
                          <m:r>
                            <a:rPr lang="es-PE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𝜃</m:t>
                          </m:r>
                          <m:rad>
                            <m:radPr>
                              <m:degHide m:val="on"/>
                              <m:ctrlPr>
                                <a:rPr lang="es-PE" sz="20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PE" sz="20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𝑁𝐾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s-PE" sz="12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FC049F-7038-F482-1BE6-F5F0049C0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364" y="1887702"/>
                <a:ext cx="9583271" cy="2246256"/>
              </a:xfrm>
              <a:prstGeom prst="rect">
                <a:avLst/>
              </a:prstGeom>
              <a:blipFill>
                <a:blip r:embed="rId2"/>
                <a:stretch>
                  <a:fillRect l="-700" t="-1630" r="-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23899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9CE4A-09A4-756B-35C6-6B42F8F36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E45F90-FFFA-8D09-1760-12C444673F38}"/>
              </a:ext>
            </a:extLst>
          </p:cNvPr>
          <p:cNvSpPr txBox="1"/>
          <p:nvPr/>
        </p:nvSpPr>
        <p:spPr>
          <a:xfrm>
            <a:off x="665800" y="771556"/>
            <a:ext cx="10734893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n-US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Analysis for small tilt (</a:t>
            </a:r>
            <a:r>
              <a:rPr lang="es-PE" sz="3600" b="1" noProof="1"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θ=3°</a:t>
            </a:r>
            <a:r>
              <a:rPr lang="es-PE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" name="Picture 1" descr="&#10;       Figure 1.1&amp;nbsp;&amp;nbsp;Rotation and Tilt Motion Illustration&#10;    ">
            <a:extLst>
              <a:ext uri="{FF2B5EF4-FFF2-40B4-BE49-F238E27FC236}">
                <a16:creationId xmlns:a16="http://schemas.microsoft.com/office/drawing/2014/main" id="{154D6BB5-8C15-19A9-F57A-C9E2E5BBE2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939" y="2002658"/>
            <a:ext cx="6600122" cy="408378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B87A7D-0701-7696-DED7-3712AAFC550F}"/>
              </a:ext>
            </a:extLst>
          </p:cNvPr>
          <p:cNvSpPr txBox="1"/>
          <p:nvPr/>
        </p:nvSpPr>
        <p:spPr>
          <a:xfrm>
            <a:off x="7192106" y="5498520"/>
            <a:ext cx="1530553" cy="483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s-PE" sz="24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MTRS</a:t>
            </a:r>
            <a:endParaRPr lang="en-US" sz="2400" b="1" noProof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7172E7-D6BE-A076-28C2-C9BF3499E871}"/>
              </a:ext>
            </a:extLst>
          </p:cNvPr>
          <p:cNvSpPr txBox="1"/>
          <p:nvPr/>
        </p:nvSpPr>
        <p:spPr>
          <a:xfrm>
            <a:off x="0" y="6443781"/>
            <a:ext cx="95025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https://www.thorlabs.com/motorized-tilt-and-rotation-stage-with-integrated-controller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7250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80B5F-F90B-66BC-A3F0-1C47FC2D3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AF1E75-4BAB-3BDB-ABAE-EEA54EFE9C9E}"/>
                  </a:ext>
                </a:extLst>
              </p:cNvPr>
              <p:cNvSpPr txBox="1"/>
              <p:nvPr/>
            </p:nvSpPr>
            <p:spPr>
              <a:xfrm>
                <a:off x="0" y="0"/>
                <a:ext cx="3738282" cy="763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θ=3°,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PE" sz="3600" b="1" i="0" noProof="1"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Ф</m:t>
                        </m:r>
                      </m:e>
                      <m:sub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s-PE" sz="3600" b="1" i="1" noProof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=60°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AF1E75-4BAB-3BDB-ABAE-EEA54EFE9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3738282" cy="763863"/>
              </a:xfrm>
              <a:prstGeom prst="rect">
                <a:avLst/>
              </a:prstGeom>
              <a:blipFill>
                <a:blip r:embed="rId2"/>
                <a:stretch>
                  <a:fillRect t="-4000" b="-2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2B4DC06-6114-77DF-B172-E200FA84F9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67" r="55930"/>
          <a:stretch>
            <a:fillRect/>
          </a:stretch>
        </p:blipFill>
        <p:spPr>
          <a:xfrm>
            <a:off x="324986" y="1667435"/>
            <a:ext cx="4247014" cy="48499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3BA17C-0833-B6BF-C38D-CB18C4164F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80"/>
          <a:stretch>
            <a:fillRect/>
          </a:stretch>
        </p:blipFill>
        <p:spPr>
          <a:xfrm>
            <a:off x="4572000" y="1292978"/>
            <a:ext cx="1090906" cy="52243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597239C-CE79-E693-8278-16A2C3CB49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31" t="132" r="27347" b="93862"/>
          <a:stretch>
            <a:fillRect/>
          </a:stretch>
        </p:blipFill>
        <p:spPr>
          <a:xfrm>
            <a:off x="324986" y="1259342"/>
            <a:ext cx="4984375" cy="3137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E591ACE-1FA0-1F1D-64BB-50116945EE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361" y="115904"/>
            <a:ext cx="6703343" cy="11770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45690AC-FE54-550A-0F59-22005D0E2782}"/>
              </a:ext>
            </a:extLst>
          </p:cNvPr>
          <p:cNvSpPr txBox="1"/>
          <p:nvPr/>
        </p:nvSpPr>
        <p:spPr>
          <a:xfrm>
            <a:off x="7089687" y="2591601"/>
            <a:ext cx="3738282" cy="9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es-PE" sz="2400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Condition: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es-PE" sz="2400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RMS_PEB_95% &lt; 2cm</a:t>
            </a:r>
            <a:endParaRPr lang="en-US" sz="2400" noProof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526F49E-7F56-2501-B4B7-51C119239E07}"/>
              </a:ext>
            </a:extLst>
          </p:cNvPr>
          <p:cNvCxnSpPr/>
          <p:nvPr/>
        </p:nvCxnSpPr>
        <p:spPr>
          <a:xfrm flipH="1" flipV="1">
            <a:off x="5662906" y="2420471"/>
            <a:ext cx="1239918" cy="52891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71837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98589-580A-04B9-861E-9321D1FE9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8FA67E-846B-9578-4127-40BC7D074A44}"/>
              </a:ext>
            </a:extLst>
          </p:cNvPr>
          <p:cNvSpPr txBox="1"/>
          <p:nvPr/>
        </p:nvSpPr>
        <p:spPr>
          <a:xfrm>
            <a:off x="728553" y="203201"/>
            <a:ext cx="10734893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n-US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CE8F028-0B26-AE46-7C8D-633CE68CB7F3}"/>
                  </a:ext>
                </a:extLst>
              </p:cNvPr>
              <p:cNvSpPr txBox="1"/>
              <p:nvPr/>
            </p:nvSpPr>
            <p:spPr>
              <a:xfrm>
                <a:off x="728552" y="1117600"/>
                <a:ext cx="10734893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lvl="0" indent="-457200">
                  <a:buFont typeface="Arial" panose="020B0604020202020204" pitchFamily="34" charset="0"/>
                  <a:buChar char="•"/>
                </a:pP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half-power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angle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between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45 and 60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recommended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457200" lvl="0" indent="-457200">
                  <a:buFont typeface="Arial" panose="020B0604020202020204" pitchFamily="34" charset="0"/>
                  <a:buChar char="•"/>
                </a:pP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tilt angle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decreases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reorientations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should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increased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compensate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loss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457200" lvl="0" indent="-457200">
                  <a:buFont typeface="Arial" panose="020B0604020202020204" pitchFamily="34" charset="0"/>
                  <a:buChar char="•"/>
                </a:pP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tilt angle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between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20 and 30,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between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5 and 9,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recommended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457200" lvl="0" indent="-457200">
                  <a:buFont typeface="Arial" panose="020B0604020202020204" pitchFamily="34" charset="0"/>
                  <a:buChar char="•"/>
                </a:pP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Increasing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photodiode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area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PE" sz="2400">
                            <a:latin typeface="Cambria Math" panose="02040503050406030204" pitchFamily="18" charset="0"/>
                          </a:rPr>
                          <m:t>PD</m:t>
                        </m:r>
                      </m:sub>
                    </m:sSub>
                  </m:oMath>
                </a14:m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helps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reduce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positioning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error. </a:t>
                </a:r>
              </a:p>
              <a:p>
                <a:pPr marL="457200" lvl="0" indent="-457200">
                  <a:buFont typeface="Arial" panose="020B0604020202020204" pitchFamily="34" charset="0"/>
                  <a:buChar char="•"/>
                </a:pP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 tilt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limited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3°, a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larger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K, a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larger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PE" sz="2400">
                            <a:latin typeface="Cambria Math" panose="02040503050406030204" pitchFamily="18" charset="0"/>
                          </a:rPr>
                          <m:t>PD</m:t>
                        </m:r>
                      </m:sub>
                    </m:sSub>
                  </m:oMath>
                </a14:m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a FOV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least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65° are </a:t>
                </a:r>
                <a:r>
                  <a:rPr lang="es-PE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required</a:t>
                </a:r>
                <a:r>
                  <a:rPr lang="es-P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CE8F028-0B26-AE46-7C8D-633CE68CB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552" y="1117600"/>
                <a:ext cx="10734893" cy="2677656"/>
              </a:xfrm>
              <a:prstGeom prst="rect">
                <a:avLst/>
              </a:prstGeom>
              <a:blipFill>
                <a:blip r:embed="rId2"/>
                <a:stretch>
                  <a:fillRect l="-795" t="-1818" b="-4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32517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09E34-E9FF-F628-D542-2B8C5967B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FD5946-1F76-488C-E039-20213B6E5E29}"/>
              </a:ext>
            </a:extLst>
          </p:cNvPr>
          <p:cNvSpPr txBox="1"/>
          <p:nvPr/>
        </p:nvSpPr>
        <p:spPr>
          <a:xfrm>
            <a:off x="262389" y="171647"/>
            <a:ext cx="107348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32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Laboratory Access and Hardware Requirements</a:t>
            </a:r>
          </a:p>
        </p:txBody>
      </p:sp>
      <p:pic>
        <p:nvPicPr>
          <p:cNvPr id="9" name="Picture 8" descr="&#10;       Figure G2.2&amp;nbsp;&amp;nbsp;An engraved scale indicates 15&amp;deg; increments as well as the appropriate linchpin slot to use for each angle.&#10;    ">
            <a:extLst>
              <a:ext uri="{FF2B5EF4-FFF2-40B4-BE49-F238E27FC236}">
                <a16:creationId xmlns:a16="http://schemas.microsoft.com/office/drawing/2014/main" id="{1683A343-1231-A243-6B38-3C96DE124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4334" y="1292654"/>
            <a:ext cx="2834229" cy="283422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A589E7-1B68-5BC9-C3D4-223F2123EEF0}"/>
              </a:ext>
            </a:extLst>
          </p:cNvPr>
          <p:cNvSpPr txBox="1"/>
          <p:nvPr/>
        </p:nvSpPr>
        <p:spPr>
          <a:xfrm>
            <a:off x="564777" y="1176113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PE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Laboratory</a:t>
            </a:r>
            <a:r>
              <a:rPr lang="es-P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es-P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s-P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required</a:t>
            </a:r>
            <a:r>
              <a:rPr lang="es-P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particularly</a:t>
            </a:r>
            <a:r>
              <a:rPr lang="es-P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s-P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s-P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P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 </a:t>
            </a:r>
            <a:r>
              <a:rPr lang="es-P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characterization</a:t>
            </a:r>
            <a:r>
              <a:rPr lang="es-P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P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</a:t>
            </a:r>
            <a:r>
              <a:rPr lang="es-P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characterization</a:t>
            </a:r>
            <a:r>
              <a:rPr lang="es-P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P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r>
              <a:rPr lang="es-P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s-P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P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virtual </a:t>
            </a:r>
            <a:r>
              <a:rPr lang="es-P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testbed</a:t>
            </a:r>
            <a:r>
              <a:rPr lang="es-P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s-P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P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s-PE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P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lang="es-P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experiments</a:t>
            </a:r>
            <a:r>
              <a:rPr lang="es-P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P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lang="es-P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Thorlabs</a:t>
            </a:r>
            <a:r>
              <a:rPr lang="es-P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articulating</a:t>
            </a:r>
            <a:r>
              <a:rPr lang="es-P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</a:t>
            </a:r>
            <a:r>
              <a:rPr lang="es-P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s-P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suggested</a:t>
            </a:r>
            <a:r>
              <a:rPr lang="es-P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s-P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P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Price:</a:t>
            </a:r>
            <a:r>
              <a:rPr lang="es-P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£176.93</a:t>
            </a:r>
          </a:p>
        </p:txBody>
      </p:sp>
    </p:spTree>
    <p:extLst>
      <p:ext uri="{BB962C8B-B14F-4D97-AF65-F5344CB8AC3E}">
        <p14:creationId xmlns:p14="http://schemas.microsoft.com/office/powerpoint/2010/main" val="3910049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1488</TotalTime>
  <Words>396</Words>
  <Application>Microsoft Office PowerPoint</Application>
  <PresentationFormat>Widescreen</PresentationFormat>
  <Paragraphs>56</Paragraphs>
  <Slides>29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Acuna</dc:creator>
  <cp:lastModifiedBy>Kevin Acuna</cp:lastModifiedBy>
  <cp:revision>18</cp:revision>
  <dcterms:created xsi:type="dcterms:W3CDTF">2026-03-12T22:45:35Z</dcterms:created>
  <dcterms:modified xsi:type="dcterms:W3CDTF">2026-09-16T08:45:09Z</dcterms:modified>
</cp:coreProperties>
</file>