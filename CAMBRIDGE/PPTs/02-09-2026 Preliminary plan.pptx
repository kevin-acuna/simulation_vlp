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81" r:id="rId3"/>
    <p:sldId id="285" r:id="rId4"/>
    <p:sldId id="280" r:id="rId5"/>
    <p:sldId id="282" r:id="rId6"/>
    <p:sldId id="283" r:id="rId7"/>
    <p:sldId id="284" r:id="rId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9D5B35-7714-4B07-988C-BEDD5B79BED2}" v="189" dt="2026-09-02T23:19:04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Acuna" userId="5683d4edbda9c6c8" providerId="LiveId" clId="{BB6E8D10-B0B7-4D0C-99A1-D653A4E0B537}"/>
    <pc:docChg chg="undo redo custSel addSld delSld modSld sldOrd">
      <pc:chgData name="Kevin Acuna" userId="5683d4edbda9c6c8" providerId="LiveId" clId="{BB6E8D10-B0B7-4D0C-99A1-D653A4E0B537}" dt="2026-09-04T10:53:07.418" v="7491" actId="1076"/>
      <pc:docMkLst>
        <pc:docMk/>
      </pc:docMkLst>
      <pc:sldChg chg="modSp mod">
        <pc:chgData name="Kevin Acuna" userId="5683d4edbda9c6c8" providerId="LiveId" clId="{BB6E8D10-B0B7-4D0C-99A1-D653A4E0B537}" dt="2026-09-02T19:41:36.073" v="5552" actId="20577"/>
        <pc:sldMkLst>
          <pc:docMk/>
          <pc:sldMk cId="416678127" sldId="262"/>
        </pc:sldMkLst>
        <pc:spChg chg="mod">
          <ac:chgData name="Kevin Acuna" userId="5683d4edbda9c6c8" providerId="LiveId" clId="{BB6E8D10-B0B7-4D0C-99A1-D653A4E0B537}" dt="2026-09-02T19:41:05.329" v="5543" actId="20577"/>
          <ac:spMkLst>
            <pc:docMk/>
            <pc:sldMk cId="416678127" sldId="262"/>
            <ac:spMk id="2" creationId="{85D2F076-956A-92DF-AB04-997BDDE83A99}"/>
          </ac:spMkLst>
        </pc:spChg>
        <pc:spChg chg="mod">
          <ac:chgData name="Kevin Acuna" userId="5683d4edbda9c6c8" providerId="LiveId" clId="{BB6E8D10-B0B7-4D0C-99A1-D653A4E0B537}" dt="2026-09-02T19:41:36.073" v="5552" actId="20577"/>
          <ac:spMkLst>
            <pc:docMk/>
            <pc:sldMk cId="416678127" sldId="262"/>
            <ac:spMk id="6" creationId="{2F881085-F5CC-00A1-CEF2-8854209942BA}"/>
          </ac:spMkLst>
        </pc:spChg>
      </pc:sldChg>
      <pc:sldChg chg="addSp delSp modSp add mod ord delAnim modAnim">
        <pc:chgData name="Kevin Acuna" userId="5683d4edbda9c6c8" providerId="LiveId" clId="{BB6E8D10-B0B7-4D0C-99A1-D653A4E0B537}" dt="2026-09-02T20:55:27.202" v="6551" actId="20577"/>
        <pc:sldMkLst>
          <pc:docMk/>
          <pc:sldMk cId="322116709" sldId="280"/>
        </pc:sldMkLst>
        <pc:spChg chg="mod">
          <ac:chgData name="Kevin Acuna" userId="5683d4edbda9c6c8" providerId="LiveId" clId="{BB6E8D10-B0B7-4D0C-99A1-D653A4E0B537}" dt="2026-09-02T20:46:57.311" v="6403" actId="113"/>
          <ac:spMkLst>
            <pc:docMk/>
            <pc:sldMk cId="322116709" sldId="280"/>
            <ac:spMk id="6" creationId="{9717677A-5397-B515-75C2-DA5BC3EAC683}"/>
          </ac:spMkLst>
        </pc:spChg>
        <pc:spChg chg="add mod">
          <ac:chgData name="Kevin Acuna" userId="5683d4edbda9c6c8" providerId="LiveId" clId="{BB6E8D10-B0B7-4D0C-99A1-D653A4E0B537}" dt="2026-09-02T20:45:15.480" v="6383"/>
          <ac:spMkLst>
            <pc:docMk/>
            <pc:sldMk cId="322116709" sldId="280"/>
            <ac:spMk id="12" creationId="{8889AD41-151A-2B5C-3FE7-7113C43D7139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15" creationId="{71D98D5B-B62B-334C-8F8F-CE32970377C9}"/>
          </ac:spMkLst>
        </pc:spChg>
        <pc:spChg chg="add mod">
          <ac:chgData name="Kevin Acuna" userId="5683d4edbda9c6c8" providerId="LiveId" clId="{BB6E8D10-B0B7-4D0C-99A1-D653A4E0B537}" dt="2026-09-02T20:55:05.854" v="6541" actId="20577"/>
          <ac:spMkLst>
            <pc:docMk/>
            <pc:sldMk cId="322116709" sldId="280"/>
            <ac:spMk id="16" creationId="{333140BF-85A8-3E8B-63E1-66820C05E4FB}"/>
          </ac:spMkLst>
        </pc:spChg>
        <pc:spChg chg="add mod">
          <ac:chgData name="Kevin Acuna" userId="5683d4edbda9c6c8" providerId="LiveId" clId="{BB6E8D10-B0B7-4D0C-99A1-D653A4E0B537}" dt="2026-09-02T20:45:18.042" v="6384"/>
          <ac:spMkLst>
            <pc:docMk/>
            <pc:sldMk cId="322116709" sldId="280"/>
            <ac:spMk id="23" creationId="{8EF5AE4A-415D-D8D5-20AB-9D950DB51D4A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24" creationId="{9A0120BC-4D2B-4C14-CC2F-45443BEABABD}"/>
          </ac:spMkLst>
        </pc:spChg>
        <pc:spChg chg="add mod">
          <ac:chgData name="Kevin Acuna" userId="5683d4edbda9c6c8" providerId="LiveId" clId="{BB6E8D10-B0B7-4D0C-99A1-D653A4E0B537}" dt="2026-09-02T20:55:25.196" v="6549" actId="20577"/>
          <ac:spMkLst>
            <pc:docMk/>
            <pc:sldMk cId="322116709" sldId="280"/>
            <ac:spMk id="25" creationId="{B6DD8725-7F9B-711D-D5B7-8B6B1607ADE8}"/>
          </ac:spMkLst>
        </pc:spChg>
        <pc:spChg chg="add mod">
          <ac:chgData name="Kevin Acuna" userId="5683d4edbda9c6c8" providerId="LiveId" clId="{BB6E8D10-B0B7-4D0C-99A1-D653A4E0B537}" dt="2026-09-02T20:45:20.192" v="6385"/>
          <ac:spMkLst>
            <pc:docMk/>
            <pc:sldMk cId="322116709" sldId="280"/>
            <ac:spMk id="29" creationId="{0F53DC2F-B13B-B974-424E-7599C055D8C5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0" creationId="{8CAFC23E-2915-966E-B526-7D05BD36842C}"/>
          </ac:spMkLst>
        </pc:spChg>
        <pc:spChg chg="add mod">
          <ac:chgData name="Kevin Acuna" userId="5683d4edbda9c6c8" providerId="LiveId" clId="{BB6E8D10-B0B7-4D0C-99A1-D653A4E0B537}" dt="2026-09-02T20:55:27.202" v="6551" actId="20577"/>
          <ac:spMkLst>
            <pc:docMk/>
            <pc:sldMk cId="322116709" sldId="280"/>
            <ac:spMk id="31" creationId="{A3DC29FB-8D4F-D904-9CCB-E563C4B6E2D9}"/>
          </ac:spMkLst>
        </pc:spChg>
        <pc:spChg chg="add mod">
          <ac:chgData name="Kevin Acuna" userId="5683d4edbda9c6c8" providerId="LiveId" clId="{BB6E8D10-B0B7-4D0C-99A1-D653A4E0B537}" dt="2026-09-02T20:05:30.701" v="5856" actId="1076"/>
          <ac:spMkLst>
            <pc:docMk/>
            <pc:sldMk cId="322116709" sldId="280"/>
            <ac:spMk id="34" creationId="{83343EC6-DD31-AB52-E908-0F92E555A5BA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7" creationId="{A548D204-8023-45E2-A801-2702FF11C431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9" creationId="{14BDA790-BA68-C987-1F54-5458C9CD7C30}"/>
          </ac:spMkLst>
        </pc:spChg>
        <pc:spChg chg="add mod">
          <ac:chgData name="Kevin Acuna" userId="5683d4edbda9c6c8" providerId="LiveId" clId="{BB6E8D10-B0B7-4D0C-99A1-D653A4E0B537}" dt="2026-09-02T20:08:29.771" v="5929" actId="1076"/>
          <ac:spMkLst>
            <pc:docMk/>
            <pc:sldMk cId="322116709" sldId="280"/>
            <ac:spMk id="41" creationId="{76D54004-6FCA-7AD9-6883-009B787210B7}"/>
          </ac:spMkLst>
        </pc:spChg>
        <pc:cxnChg chg="add">
          <ac:chgData name="Kevin Acuna" userId="5683d4edbda9c6c8" providerId="LiveId" clId="{BB6E8D10-B0B7-4D0C-99A1-D653A4E0B537}" dt="2026-09-02T20:03:30.257" v="5814" actId="11529"/>
          <ac:cxnSpMkLst>
            <pc:docMk/>
            <pc:sldMk cId="322116709" sldId="280"/>
            <ac:cxnSpMk id="19" creationId="{A33CD2CD-ACDF-4E64-0883-CEAB35295C52}"/>
          </ac:cxnSpMkLst>
        </pc:cxnChg>
        <pc:cxnChg chg="add mod">
          <ac:chgData name="Kevin Acuna" userId="5683d4edbda9c6c8" providerId="LiveId" clId="{BB6E8D10-B0B7-4D0C-99A1-D653A4E0B537}" dt="2026-09-02T20:51:24.189" v="6425" actId="14100"/>
          <ac:cxnSpMkLst>
            <pc:docMk/>
            <pc:sldMk cId="322116709" sldId="280"/>
            <ac:cxnSpMk id="21" creationId="{26CC6A03-6601-A0C6-B25D-1EC32D28605D}"/>
          </ac:cxnSpMkLst>
        </pc:cxnChg>
        <pc:cxnChg chg="add mod">
          <ac:chgData name="Kevin Acuna" userId="5683d4edbda9c6c8" providerId="LiveId" clId="{BB6E8D10-B0B7-4D0C-99A1-D653A4E0B537}" dt="2026-09-02T20:03:50.086" v="5817" actId="571"/>
          <ac:cxnSpMkLst>
            <pc:docMk/>
            <pc:sldMk cId="322116709" sldId="280"/>
            <ac:cxnSpMk id="27" creationId="{B7687A5F-00DF-E84A-DF6A-D0118D004A53}"/>
          </ac:cxnSpMkLst>
        </pc:cxnChg>
        <pc:cxnChg chg="add mod">
          <ac:chgData name="Kevin Acuna" userId="5683d4edbda9c6c8" providerId="LiveId" clId="{BB6E8D10-B0B7-4D0C-99A1-D653A4E0B537}" dt="2026-09-02T20:51:31.075" v="6437" actId="14100"/>
          <ac:cxnSpMkLst>
            <pc:docMk/>
            <pc:sldMk cId="322116709" sldId="280"/>
            <ac:cxnSpMk id="28" creationId="{D7C17652-D6D3-5A99-CC80-82F775E1DFA2}"/>
          </ac:cxnSpMkLst>
        </pc:cxnChg>
        <pc:cxnChg chg="add mod">
          <ac:chgData name="Kevin Acuna" userId="5683d4edbda9c6c8" providerId="LiveId" clId="{BB6E8D10-B0B7-4D0C-99A1-D653A4E0B537}" dt="2026-09-02T20:04:17.461" v="5832" actId="1076"/>
          <ac:cxnSpMkLst>
            <pc:docMk/>
            <pc:sldMk cId="322116709" sldId="280"/>
            <ac:cxnSpMk id="32" creationId="{D9479752-E02A-13F3-ECB8-BCEA240C14E8}"/>
          </ac:cxnSpMkLst>
        </pc:cxnChg>
        <pc:cxnChg chg="add mod">
          <ac:chgData name="Kevin Acuna" userId="5683d4edbda9c6c8" providerId="LiveId" clId="{BB6E8D10-B0B7-4D0C-99A1-D653A4E0B537}" dt="2026-09-02T20:51:37.107" v="6449" actId="14100"/>
          <ac:cxnSpMkLst>
            <pc:docMk/>
            <pc:sldMk cId="322116709" sldId="280"/>
            <ac:cxnSpMk id="33" creationId="{6D753A82-8844-69E6-AB2A-6DFA3F16B98C}"/>
          </ac:cxnSpMkLst>
        </pc:cxnChg>
        <pc:cxnChg chg="add mod">
          <ac:chgData name="Kevin Acuna" userId="5683d4edbda9c6c8" providerId="LiveId" clId="{BB6E8D10-B0B7-4D0C-99A1-D653A4E0B537}" dt="2026-09-02T20:08:23.923" v="5928" actId="693"/>
          <ac:cxnSpMkLst>
            <pc:docMk/>
            <pc:sldMk cId="322116709" sldId="280"/>
            <ac:cxnSpMk id="43" creationId="{AB87CEC3-4FEA-0F15-639B-30BC707B2F20}"/>
          </ac:cxnSpMkLst>
        </pc:cxnChg>
      </pc:sldChg>
      <pc:sldChg chg="addSp delSp modSp add mod ord addAnim delAnim modAnim">
        <pc:chgData name="Kevin Acuna" userId="5683d4edbda9c6c8" providerId="LiveId" clId="{BB6E8D10-B0B7-4D0C-99A1-D653A4E0B537}" dt="2026-09-04T10:53:07.418" v="7491" actId="1076"/>
        <pc:sldMkLst>
          <pc:docMk/>
          <pc:sldMk cId="2839153030" sldId="281"/>
        </pc:sldMkLst>
        <pc:spChg chg="mod">
          <ac:chgData name="Kevin Acuna" userId="5683d4edbda9c6c8" providerId="LiveId" clId="{BB6E8D10-B0B7-4D0C-99A1-D653A4E0B537}" dt="2026-09-02T23:25:55.705" v="7486" actId="1076"/>
          <ac:spMkLst>
            <pc:docMk/>
            <pc:sldMk cId="2839153030" sldId="281"/>
            <ac:spMk id="6" creationId="{64019DF9-E55A-3C86-7853-170AD227A0F5}"/>
          </ac:spMkLst>
        </pc:spChg>
        <pc:spChg chg="add mod">
          <ac:chgData name="Kevin Acuna" userId="5683d4edbda9c6c8" providerId="LiveId" clId="{BB6E8D10-B0B7-4D0C-99A1-D653A4E0B537}" dt="2026-09-04T10:03:11.260" v="7490" actId="20577"/>
          <ac:spMkLst>
            <pc:docMk/>
            <pc:sldMk cId="2839153030" sldId="281"/>
            <ac:spMk id="15" creationId="{09B2069D-E217-D132-7047-744A61AF6E4B}"/>
          </ac:spMkLst>
        </pc:spChg>
        <pc:spChg chg="add mod">
          <ac:chgData name="Kevin Acuna" userId="5683d4edbda9c6c8" providerId="LiveId" clId="{BB6E8D10-B0B7-4D0C-99A1-D653A4E0B537}" dt="2026-09-04T10:03:08.274" v="7488" actId="20577"/>
          <ac:spMkLst>
            <pc:docMk/>
            <pc:sldMk cId="2839153030" sldId="281"/>
            <ac:spMk id="16" creationId="{F87D35CD-8B02-3EAA-DD1A-C1304F665703}"/>
          </ac:spMkLst>
        </pc:spChg>
        <pc:spChg chg="add mod">
          <ac:chgData name="Kevin Acuna" userId="5683d4edbda9c6c8" providerId="LiveId" clId="{BB6E8D10-B0B7-4D0C-99A1-D653A4E0B537}" dt="2026-09-02T23:21:44.980" v="7459" actId="1076"/>
          <ac:spMkLst>
            <pc:docMk/>
            <pc:sldMk cId="2839153030" sldId="281"/>
            <ac:spMk id="18" creationId="{BB4A858C-F597-DC6C-F758-F440065FBB11}"/>
          </ac:spMkLst>
        </pc:spChg>
        <pc:spChg chg="add mod">
          <ac:chgData name="Kevin Acuna" userId="5683d4edbda9c6c8" providerId="LiveId" clId="{BB6E8D10-B0B7-4D0C-99A1-D653A4E0B537}" dt="2026-09-02T23:20:49.467" v="7413" actId="1076"/>
          <ac:spMkLst>
            <pc:docMk/>
            <pc:sldMk cId="2839153030" sldId="281"/>
            <ac:spMk id="23" creationId="{4773EEAB-BF13-E447-8238-07F6F72234F0}"/>
          </ac:spMkLst>
        </pc:spChg>
        <pc:picChg chg="add mod modCrop">
          <ac:chgData name="Kevin Acuna" userId="5683d4edbda9c6c8" providerId="LiveId" clId="{BB6E8D10-B0B7-4D0C-99A1-D653A4E0B537}" dt="2026-09-02T23:14:55.117" v="7386" actId="1076"/>
          <ac:picMkLst>
            <pc:docMk/>
            <pc:sldMk cId="2839153030" sldId="281"/>
            <ac:picMk id="4" creationId="{DDB00CA1-6FA9-BFE0-F2D9-D31BC68D5227}"/>
          </ac:picMkLst>
        </pc:picChg>
        <pc:picChg chg="add mod">
          <ac:chgData name="Kevin Acuna" userId="5683d4edbda9c6c8" providerId="LiveId" clId="{BB6E8D10-B0B7-4D0C-99A1-D653A4E0B537}" dt="2026-09-04T10:53:07.418" v="7491" actId="1076"/>
          <ac:picMkLst>
            <pc:docMk/>
            <pc:sldMk cId="2839153030" sldId="281"/>
            <ac:picMk id="10" creationId="{7DA63480-46F3-1723-F994-52F477EF4AC3}"/>
          </ac:picMkLst>
        </pc:picChg>
        <pc:picChg chg="add mod">
          <ac:chgData name="Kevin Acuna" userId="5683d4edbda9c6c8" providerId="LiveId" clId="{BB6E8D10-B0B7-4D0C-99A1-D653A4E0B537}" dt="2026-09-02T23:14:55.117" v="7386" actId="1076"/>
          <ac:picMkLst>
            <pc:docMk/>
            <pc:sldMk cId="2839153030" sldId="281"/>
            <ac:picMk id="13" creationId="{E8994B52-A189-319E-65AD-16BA53CCFF6B}"/>
          </ac:picMkLst>
        </pc:picChg>
        <pc:picChg chg="add mod modCrop">
          <ac:chgData name="Kevin Acuna" userId="5683d4edbda9c6c8" providerId="LiveId" clId="{BB6E8D10-B0B7-4D0C-99A1-D653A4E0B537}" dt="2026-09-02T23:20:49.467" v="7413" actId="1076"/>
          <ac:picMkLst>
            <pc:docMk/>
            <pc:sldMk cId="2839153030" sldId="281"/>
            <ac:picMk id="21" creationId="{0ABCF754-3BF3-3C00-68CF-2DB9319F3097}"/>
          </ac:picMkLst>
        </pc:picChg>
      </pc:sldChg>
      <pc:sldChg chg="addSp delSp modSp add mod delAnim">
        <pc:chgData name="Kevin Acuna" userId="5683d4edbda9c6c8" providerId="LiveId" clId="{BB6E8D10-B0B7-4D0C-99A1-D653A4E0B537}" dt="2026-09-02T21:07:40.335" v="6732" actId="1076"/>
        <pc:sldMkLst>
          <pc:docMk/>
          <pc:sldMk cId="2014622290" sldId="282"/>
        </pc:sldMkLst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5" creationId="{BE50EC6A-EBB0-8EAB-A859-DF16724967F6}"/>
          </ac:spMkLst>
        </pc:spChg>
        <pc:spChg chg="mod">
          <ac:chgData name="Kevin Acuna" userId="5683d4edbda9c6c8" providerId="LiveId" clId="{BB6E8D10-B0B7-4D0C-99A1-D653A4E0B537}" dt="2026-09-02T20:40:01.365" v="6367" actId="20577"/>
          <ac:spMkLst>
            <pc:docMk/>
            <pc:sldMk cId="2014622290" sldId="282"/>
            <ac:spMk id="6" creationId="{A33ADE85-2AAF-4CA6-824E-A4C1F14F5990}"/>
          </ac:spMkLst>
        </pc:spChg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9" creationId="{43D0DDE2-5755-D26E-8638-D625A0069143}"/>
          </ac:spMkLst>
        </pc:spChg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10" creationId="{E86B920A-F687-2DDE-CE9E-F3DA17DD132F}"/>
          </ac:spMkLst>
        </pc:spChg>
        <pc:picChg chg="add mod">
          <ac:chgData name="Kevin Acuna" userId="5683d4edbda9c6c8" providerId="LiveId" clId="{BB6E8D10-B0B7-4D0C-99A1-D653A4E0B537}" dt="2026-09-02T21:07:40.335" v="6732" actId="1076"/>
          <ac:picMkLst>
            <pc:docMk/>
            <pc:sldMk cId="2014622290" sldId="282"/>
            <ac:picMk id="141" creationId="{30E847ED-0E0E-A533-0938-73E4F8D7DFB4}"/>
          </ac:picMkLst>
        </pc:picChg>
        <pc:cxnChg chg="add mod">
          <ac:chgData name="Kevin Acuna" userId="5683d4edbda9c6c8" providerId="LiveId" clId="{BB6E8D10-B0B7-4D0C-99A1-D653A4E0B537}" dt="2026-09-02T21:07:21.415" v="6725" actId="1076"/>
          <ac:cxnSpMkLst>
            <pc:docMk/>
            <pc:sldMk cId="2014622290" sldId="282"/>
            <ac:cxnSpMk id="13" creationId="{9C72E5DC-884C-CF9A-8352-F0A8E530D7FB}"/>
          </ac:cxnSpMkLst>
        </pc:cxnChg>
        <pc:cxnChg chg="add mod">
          <ac:chgData name="Kevin Acuna" userId="5683d4edbda9c6c8" providerId="LiveId" clId="{BB6E8D10-B0B7-4D0C-99A1-D653A4E0B537}" dt="2026-09-02T21:07:21.415" v="6725" actId="1076"/>
          <ac:cxnSpMkLst>
            <pc:docMk/>
            <pc:sldMk cId="2014622290" sldId="282"/>
            <ac:cxnSpMk id="14" creationId="{CBD4C0AD-5E48-39F4-398F-317B7B9C4436}"/>
          </ac:cxnSpMkLst>
        </pc:cxnChg>
      </pc:sldChg>
      <pc:sldChg chg="addSp delSp modSp add mod">
        <pc:chgData name="Kevin Acuna" userId="5683d4edbda9c6c8" providerId="LiveId" clId="{BB6E8D10-B0B7-4D0C-99A1-D653A4E0B537}" dt="2026-09-02T22:40:06.627" v="7201" actId="1076"/>
        <pc:sldMkLst>
          <pc:docMk/>
          <pc:sldMk cId="290291624" sldId="283"/>
        </pc:sldMkLst>
        <pc:spChg chg="add mod">
          <ac:chgData name="Kevin Acuna" userId="5683d4edbda9c6c8" providerId="LiveId" clId="{BB6E8D10-B0B7-4D0C-99A1-D653A4E0B537}" dt="2026-09-02T22:40:06.627" v="7201" actId="1076"/>
          <ac:spMkLst>
            <pc:docMk/>
            <pc:sldMk cId="290291624" sldId="283"/>
            <ac:spMk id="4" creationId="{B02DAEF6-C1D6-CB06-2F69-F88C59DE139A}"/>
          </ac:spMkLst>
        </pc:spChg>
        <pc:spChg chg="mod">
          <ac:chgData name="Kevin Acuna" userId="5683d4edbda9c6c8" providerId="LiveId" clId="{BB6E8D10-B0B7-4D0C-99A1-D653A4E0B537}" dt="2026-09-02T21:17:40.599" v="7046" actId="1076"/>
          <ac:spMkLst>
            <pc:docMk/>
            <pc:sldMk cId="290291624" sldId="283"/>
            <ac:spMk id="6" creationId="{7C44C57D-AE62-0B77-BB3E-D315FF9F40F2}"/>
          </ac:spMkLst>
        </pc:spChg>
        <pc:spChg chg="add mod">
          <ac:chgData name="Kevin Acuna" userId="5683d4edbda9c6c8" providerId="LiveId" clId="{BB6E8D10-B0B7-4D0C-99A1-D653A4E0B537}" dt="2026-09-02T22:39:49.115" v="7194" actId="1076"/>
          <ac:spMkLst>
            <pc:docMk/>
            <pc:sldMk cId="290291624" sldId="283"/>
            <ac:spMk id="7" creationId="{8D254462-E60A-BDD0-95E2-8BB676F62F47}"/>
          </ac:spMkLst>
        </pc:spChg>
        <pc:spChg chg="add mod">
          <ac:chgData name="Kevin Acuna" userId="5683d4edbda9c6c8" providerId="LiveId" clId="{BB6E8D10-B0B7-4D0C-99A1-D653A4E0B537}" dt="2026-09-02T22:39:57.259" v="7197" actId="1076"/>
          <ac:spMkLst>
            <pc:docMk/>
            <pc:sldMk cId="290291624" sldId="283"/>
            <ac:spMk id="8" creationId="{95EC3E36-2083-BCA4-066F-B07923B4FD7E}"/>
          </ac:spMkLst>
        </pc:spChg>
        <pc:spChg chg="add mod">
          <ac:chgData name="Kevin Acuna" userId="5683d4edbda9c6c8" providerId="LiveId" clId="{BB6E8D10-B0B7-4D0C-99A1-D653A4E0B537}" dt="2026-09-02T22:39:45.412" v="7192" actId="1076"/>
          <ac:spMkLst>
            <pc:docMk/>
            <pc:sldMk cId="290291624" sldId="283"/>
            <ac:spMk id="12" creationId="{AAFD4F49-FA71-C6E0-D5D1-7FEB35E38ACC}"/>
          </ac:spMkLst>
        </pc:spChg>
        <pc:spChg chg="add mod">
          <ac:chgData name="Kevin Acuna" userId="5683d4edbda9c6c8" providerId="LiveId" clId="{BB6E8D10-B0B7-4D0C-99A1-D653A4E0B537}" dt="2026-09-02T21:27:41.564" v="7166" actId="1076"/>
          <ac:spMkLst>
            <pc:docMk/>
            <pc:sldMk cId="290291624" sldId="283"/>
            <ac:spMk id="15" creationId="{9A4651D5-3609-A117-4C37-4ED4DA0E6778}"/>
          </ac:spMkLst>
        </pc:spChg>
        <pc:spChg chg="add mod">
          <ac:chgData name="Kevin Acuna" userId="5683d4edbda9c6c8" providerId="LiveId" clId="{BB6E8D10-B0B7-4D0C-99A1-D653A4E0B537}" dt="2026-09-02T21:24:07.115" v="7143" actId="1076"/>
          <ac:spMkLst>
            <pc:docMk/>
            <pc:sldMk cId="290291624" sldId="283"/>
            <ac:spMk id="17" creationId="{61451B54-A6AF-C4BD-9B0C-2715D997F66B}"/>
          </ac:spMkLst>
        </pc:spChg>
      </pc:sldChg>
      <pc:sldChg chg="delSp modSp add mod">
        <pc:chgData name="Kevin Acuna" userId="5683d4edbda9c6c8" providerId="LiveId" clId="{BB6E8D10-B0B7-4D0C-99A1-D653A4E0B537}" dt="2026-09-02T22:38:59.859" v="7186" actId="1076"/>
        <pc:sldMkLst>
          <pc:docMk/>
          <pc:sldMk cId="9188766" sldId="284"/>
        </pc:sldMkLst>
        <pc:spChg chg="mod">
          <ac:chgData name="Kevin Acuna" userId="5683d4edbda9c6c8" providerId="LiveId" clId="{BB6E8D10-B0B7-4D0C-99A1-D653A4E0B537}" dt="2026-09-02T22:38:59.859" v="7186" actId="1076"/>
          <ac:spMkLst>
            <pc:docMk/>
            <pc:sldMk cId="9188766" sldId="284"/>
            <ac:spMk id="6" creationId="{E9830936-D28A-4FE1-23C9-2B743FD98008}"/>
          </ac:spMkLst>
        </pc:spChg>
      </pc:sldChg>
      <pc:sldChg chg="add">
        <pc:chgData name="Kevin Acuna" userId="5683d4edbda9c6c8" providerId="LiveId" clId="{BB6E8D10-B0B7-4D0C-99A1-D653A4E0B537}" dt="2026-09-02T22:40:21.248" v="7202"/>
        <pc:sldMkLst>
          <pc:docMk/>
          <pc:sldMk cId="3293126737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4095B-8959-4EE4-8DC9-932FD41429AE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22C25-C9DE-4678-B4C7-389B73BDF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13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30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AD633-24A7-3F07-5F3D-58592EFA9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153048-C8BD-7DDB-BDD5-18F177DAE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22E0B-100C-E9D9-6AC7-7801AE2B3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5B5A9-20F8-6CBC-DD1B-FA2B46F56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04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AD01E-5335-2AE5-1074-646E7AE92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A68D7-445E-40CB-3604-7CB72B50B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8D8F2-3725-6AB4-0593-04D19B5F2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EB26E-9079-6CDC-411C-F35D094A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24333-0715-0A05-715A-FCD4D5B5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2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6DCC-5B8A-4A36-393B-C7861DBE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7A62B-C5A1-67E5-88AE-6758248EB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2FBC3-5BAF-0A45-325C-4F5741AC8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B7C7B-7734-545E-BF56-6FB4C3ADA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3BE1D-7704-3A71-C65A-51DDBD22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6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3EA2-15CD-9209-F001-069279C4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335B3-E474-4EBF-07C3-66B3740B8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03559-F371-1C72-50E5-DF07650F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E6531-110E-3787-6971-5372866DA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5C968-A2B4-B1FC-0556-1158A3050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12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9987-A8A6-1809-DC47-A3E9A5B24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ACDEC-0560-D517-354D-7198503A5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88697-79BD-3062-BB51-5858A3BB6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AFD57-96D5-BEA6-5BF7-01C330119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D759D-22ED-950A-1DFE-7721430A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4E457-B6E9-CE05-337C-BA1D3CF03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4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46364-7164-6F91-D5C1-5829F04FE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52708-1206-24CC-1E92-3D8DEE16F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618F2-E1D7-58E4-A81E-137839773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8920E-91DE-B857-B5F1-15CF8BE36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B53D95-6ACB-37BD-99EA-3853F96C1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96A9E3-429D-8715-1FD4-610F5422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BF9045-01D5-BB1C-293A-0F42E57AF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096D7B-1861-398A-B896-5AD533FE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730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91E3-BE1C-A7C8-C797-B9C5F166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5C156-7467-FEA1-20FC-73274AEA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AD4B0-54C3-0BE7-05A7-42974774F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079DB-B150-6A75-748A-937B4B46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26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9B24E9-4019-0DA1-405B-2403B81FD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EC5D79-648E-023C-4973-E814FD0D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FED09-E907-FA71-CDC2-ABF6B6DB8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8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493D-F8D7-14DC-A663-D3B3B57CD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E6AF1-7845-96B7-3D68-AA9E89B09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6DF52-8F88-9A69-66E3-9ECEC3174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61654-B57B-5CE0-87CF-7F13C206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CC174-5008-3FBB-C9C7-76D49E2DB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36988-0835-34DF-124D-D4705F5C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8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9228-D169-35C4-E93F-EB2B03099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4DC5EC-0EB0-CC87-5B34-C25B3BA03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4E5CE-582A-D86C-9A96-92889E66C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19EED-821F-B97B-F651-B3EF51E9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B41ED-BB30-33A1-EA97-BC08D97A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761AD-27E8-2EEF-726E-0C12A9A9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4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A50E1-23C1-9759-8356-D4519A2F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A057E-2EF9-BD0E-58C8-02CDCDC58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5FD95-27E8-D350-649B-52902A7E5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B16FE-4E43-23EA-4E93-511BEA323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D0B5E-B50B-D63F-D074-34D24C54D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5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EFF931-A1ED-83A3-D0FA-E3C8D5F42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4020B-1E37-1DBC-2221-F672A979A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5B9E1-CA40-B88D-696A-B10FF1EC2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04B8A-9F15-E270-FC4C-BEF0D5A28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D8302-EF11-2AC6-2960-6281D711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9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F3CD1-E57A-62D5-35CB-10BEE1E14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9B00A-E026-797A-3BC0-A99DFE650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D14BE-77EA-8D31-D1B4-AE2A6BD58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61FF3-9A1C-4617-855B-3BFD31F444A3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CA7CA-7859-3988-F44F-252ABEF6A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84684-415C-0963-4181-17DAC8AFC7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3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881085-F5CC-00A1-CEF2-8854209942BA}"/>
              </a:ext>
            </a:extLst>
          </p:cNvPr>
          <p:cNvSpPr txBox="1"/>
          <p:nvPr/>
        </p:nvSpPr>
        <p:spPr>
          <a:xfrm>
            <a:off x="3751385" y="2921168"/>
            <a:ext cx="42931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Preliminary</a:t>
            </a:r>
            <a:r>
              <a:rPr lang="es-PE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s-PE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D2F076-956A-92DF-AB04-997BDDE83A99}"/>
              </a:ext>
            </a:extLst>
          </p:cNvPr>
          <p:cNvSpPr txBox="1"/>
          <p:nvPr/>
        </p:nvSpPr>
        <p:spPr>
          <a:xfrm>
            <a:off x="5418236" y="6299520"/>
            <a:ext cx="11208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02/09/2026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BD028E-FC9D-14D8-71DD-5E6E55810DAC}"/>
              </a:ext>
            </a:extLst>
          </p:cNvPr>
          <p:cNvSpPr txBox="1"/>
          <p:nvPr/>
        </p:nvSpPr>
        <p:spPr>
          <a:xfrm>
            <a:off x="4563962" y="6023719"/>
            <a:ext cx="2829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Kevin </a:t>
            </a:r>
            <a:r>
              <a:rPr lang="es-P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Jose</a:t>
            </a: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ACUNA CONDORI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7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7F792-CC52-F65D-B43D-E6A74992A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019DF9-E55A-3C86-7853-170AD227A0F5}"/>
              </a:ext>
            </a:extLst>
          </p:cNvPr>
          <p:cNvSpPr txBox="1"/>
          <p:nvPr/>
        </p:nvSpPr>
        <p:spPr>
          <a:xfrm>
            <a:off x="453042" y="183067"/>
            <a:ext cx="55955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es-PE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PE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Anchor OWP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group of graphs with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DDB00CA1-6FA9-BFE0-F2D9-D31BC68D5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4" t="10160" r="50823" b="3953"/>
          <a:stretch>
            <a:fillRect/>
          </a:stretch>
        </p:blipFill>
        <p:spPr>
          <a:xfrm>
            <a:off x="7223420" y="98005"/>
            <a:ext cx="3333750" cy="32540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A63480-46F3-1723-F994-52F477EF4A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08" y="742771"/>
            <a:ext cx="3706654" cy="4914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994B52-A189-319E-65AD-16BA53CCFF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773" y="3352034"/>
            <a:ext cx="3697835" cy="350596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9B2069D-E217-D132-7047-744A61AF6E4B}"/>
              </a:ext>
            </a:extLst>
          </p:cNvPr>
          <p:cNvSpPr txBox="1"/>
          <p:nvPr/>
        </p:nvSpPr>
        <p:spPr>
          <a:xfrm>
            <a:off x="10592608" y="1460080"/>
            <a:ext cx="12469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7D35CD-8B02-3EAA-DD1A-C1304F665703}"/>
              </a:ext>
            </a:extLst>
          </p:cNvPr>
          <p:cNvSpPr txBox="1"/>
          <p:nvPr/>
        </p:nvSpPr>
        <p:spPr>
          <a:xfrm>
            <a:off x="10638895" y="4371975"/>
            <a:ext cx="13901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Model-based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4A858C-F597-DC6C-F758-F440065FBB11}"/>
              </a:ext>
            </a:extLst>
          </p:cNvPr>
          <p:cNvSpPr txBox="1"/>
          <p:nvPr/>
        </p:nvSpPr>
        <p:spPr>
          <a:xfrm>
            <a:off x="576838" y="5657671"/>
            <a:ext cx="40239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Theorical Analysis: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CRLB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Orientation-selection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Coverage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ABCF754-3BF3-3C00-68CF-2DB9319F30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50"/>
          <a:stretch>
            <a:fillRect/>
          </a:stretch>
        </p:blipFill>
        <p:spPr>
          <a:xfrm>
            <a:off x="4550237" y="2134705"/>
            <a:ext cx="1980185" cy="243465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773EEAB-BF13-E447-8238-07F6F72234F0}"/>
              </a:ext>
            </a:extLst>
          </p:cNvPr>
          <p:cNvSpPr txBox="1"/>
          <p:nvPr/>
        </p:nvSpPr>
        <p:spPr>
          <a:xfrm>
            <a:off x="4600749" y="4673649"/>
            <a:ext cx="1747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153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8FB3A-639F-73B1-757E-30CBE9B3A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BDFFD47-9801-6C4D-E423-E143DE3ED0DE}"/>
              </a:ext>
            </a:extLst>
          </p:cNvPr>
          <p:cNvSpPr txBox="1"/>
          <p:nvPr/>
        </p:nvSpPr>
        <p:spPr>
          <a:xfrm>
            <a:off x="551827" y="321403"/>
            <a:ext cx="696697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r>
              <a:rPr lang="es-PE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PE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Portability</a:t>
            </a:r>
            <a:r>
              <a:rPr lang="es-PE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lang="es-PE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installations</a:t>
            </a:r>
            <a:r>
              <a:rPr lang="es-PE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2119D68-D067-D5FD-39D0-328060F26BC1}"/>
              </a:ext>
            </a:extLst>
          </p:cNvPr>
          <p:cNvSpPr/>
          <p:nvPr/>
        </p:nvSpPr>
        <p:spPr>
          <a:xfrm>
            <a:off x="2009111" y="1571514"/>
            <a:ext cx="1900876" cy="9692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Installation A</a:t>
            </a:r>
            <a:endParaRPr lang="en-US" sz="16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7BB44D6-75FE-4FC2-206D-4F8034AFD237}"/>
              </a:ext>
            </a:extLst>
          </p:cNvPr>
          <p:cNvCxnSpPr>
            <a:cxnSpLocks/>
          </p:cNvCxnSpPr>
          <p:nvPr/>
        </p:nvCxnSpPr>
        <p:spPr>
          <a:xfrm>
            <a:off x="4098246" y="2056146"/>
            <a:ext cx="2974907" cy="0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A4556E8-3837-92B0-0449-EE216DAAF365}"/>
              </a:ext>
            </a:extLst>
          </p:cNvPr>
          <p:cNvSpPr txBox="1"/>
          <p:nvPr/>
        </p:nvSpPr>
        <p:spPr>
          <a:xfrm>
            <a:off x="1883784" y="2652116"/>
            <a:ext cx="21515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Optical</a:t>
            </a: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Wireless </a:t>
            </a:r>
            <a:r>
              <a:rPr lang="es-P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US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9B499A60-835E-4985-C331-4F275A22DB0D}"/>
              </a:ext>
            </a:extLst>
          </p:cNvPr>
          <p:cNvSpPr/>
          <p:nvPr/>
        </p:nvSpPr>
        <p:spPr>
          <a:xfrm>
            <a:off x="7331577" y="1571514"/>
            <a:ext cx="1900876" cy="969264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Installation B</a:t>
            </a:r>
            <a:endParaRPr 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19392B-AE5B-5AF3-0E4F-5A3434C08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516" y="3567257"/>
            <a:ext cx="2590064" cy="24691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E5DD5E-02E7-4DBB-BBAF-05D8F5D04377}"/>
              </a:ext>
            </a:extLst>
          </p:cNvPr>
          <p:cNvSpPr txBox="1"/>
          <p:nvPr/>
        </p:nvSpPr>
        <p:spPr>
          <a:xfrm>
            <a:off x="6320118" y="3236891"/>
            <a:ext cx="53976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sites?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Geometry (           , anchor orientation, anchor number)</a:t>
            </a:r>
          </a:p>
          <a:p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Devices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(LED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PD response, Front-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Reflections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s-P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9A291-FA2D-F9D8-B77C-BE80BC5C84D1}"/>
              </a:ext>
            </a:extLst>
          </p:cNvPr>
          <p:cNvSpPr txBox="1"/>
          <p:nvPr/>
        </p:nvSpPr>
        <p:spPr>
          <a:xfrm>
            <a:off x="7512424" y="3509961"/>
            <a:ext cx="1206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126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7030A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7030A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uiExpand="1" build="allAtOnce"/>
      <p:bldP spid="14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F057B-A87D-ED45-AFFA-0F4FC9969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717677A-5397-B515-75C2-DA5BC3EAC683}"/>
              </a:ext>
            </a:extLst>
          </p:cNvPr>
          <p:cNvSpPr txBox="1"/>
          <p:nvPr/>
        </p:nvSpPr>
        <p:spPr>
          <a:xfrm>
            <a:off x="585006" y="335483"/>
            <a:ext cx="544732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r>
              <a:rPr lang="es-PE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PE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lang="es-PE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portability</a:t>
            </a:r>
            <a:r>
              <a:rPr lang="es-PE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axis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8889AD41-151A-2B5C-3FE7-7113C43D7139}"/>
              </a:ext>
            </a:extLst>
          </p:cNvPr>
          <p:cNvSpPr/>
          <p:nvPr/>
        </p:nvSpPr>
        <p:spPr>
          <a:xfrm>
            <a:off x="1229182" y="1688056"/>
            <a:ext cx="1900876" cy="9692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Installation A</a:t>
            </a:r>
            <a:endParaRPr lang="en-US" sz="16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71D98D5B-B62B-334C-8F8F-CE32970377C9}"/>
              </a:ext>
            </a:extLst>
          </p:cNvPr>
          <p:cNvSpPr/>
          <p:nvPr/>
        </p:nvSpPr>
        <p:spPr>
          <a:xfrm>
            <a:off x="3694476" y="1688056"/>
            <a:ext cx="1900876" cy="9692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Layout A</a:t>
            </a:r>
            <a:endParaRPr lang="en-US" sz="16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333140BF-85A8-3E8B-63E1-66820C05E4FB}"/>
              </a:ext>
            </a:extLst>
          </p:cNvPr>
          <p:cNvSpPr/>
          <p:nvPr/>
        </p:nvSpPr>
        <p:spPr>
          <a:xfrm>
            <a:off x="6159769" y="1688056"/>
            <a:ext cx="2356701" cy="9692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Positioning Estimator A</a:t>
            </a:r>
            <a:endParaRPr lang="en-US" sz="16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33CD2CD-ACDF-4E64-0883-CEAB35295C52}"/>
              </a:ext>
            </a:extLst>
          </p:cNvPr>
          <p:cNvCxnSpPr>
            <a:stCxn id="12" idx="3"/>
            <a:endCxn id="15" idx="1"/>
          </p:cNvCxnSpPr>
          <p:nvPr/>
        </p:nvCxnSpPr>
        <p:spPr>
          <a:xfrm>
            <a:off x="3130058" y="2172688"/>
            <a:ext cx="5644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CC6A03-6601-A0C6-B25D-1EC32D28605D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5595352" y="2172688"/>
            <a:ext cx="5644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 8">
            <a:extLst>
              <a:ext uri="{FF2B5EF4-FFF2-40B4-BE49-F238E27FC236}">
                <a16:creationId xmlns:a16="http://schemas.microsoft.com/office/drawing/2014/main" id="{8EF5AE4A-415D-D8D5-20AB-9D950DB51D4A}"/>
              </a:ext>
            </a:extLst>
          </p:cNvPr>
          <p:cNvSpPr/>
          <p:nvPr/>
        </p:nvSpPr>
        <p:spPr>
          <a:xfrm>
            <a:off x="1229182" y="2971263"/>
            <a:ext cx="1900876" cy="9692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Installation B</a:t>
            </a:r>
            <a:endParaRPr 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9A0120BC-4D2B-4C14-CC2F-45443BEABABD}"/>
              </a:ext>
            </a:extLst>
          </p:cNvPr>
          <p:cNvSpPr/>
          <p:nvPr/>
        </p:nvSpPr>
        <p:spPr>
          <a:xfrm>
            <a:off x="3694476" y="2971263"/>
            <a:ext cx="1900876" cy="9692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Layout B</a:t>
            </a:r>
            <a:endParaRPr 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B6DD8725-7F9B-711D-D5B7-8B6B1607ADE8}"/>
              </a:ext>
            </a:extLst>
          </p:cNvPr>
          <p:cNvSpPr/>
          <p:nvPr/>
        </p:nvSpPr>
        <p:spPr>
          <a:xfrm>
            <a:off x="6159770" y="2971263"/>
            <a:ext cx="2356700" cy="9692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Positioning Estimator B</a:t>
            </a:r>
            <a:endParaRPr 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7687A5F-00DF-E84A-DF6A-D0118D004A53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3130058" y="3455895"/>
            <a:ext cx="5644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7C17652-D6D3-5A99-CC80-82F775E1DFA2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5595352" y="3455895"/>
            <a:ext cx="5644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8">
            <a:extLst>
              <a:ext uri="{FF2B5EF4-FFF2-40B4-BE49-F238E27FC236}">
                <a16:creationId xmlns:a16="http://schemas.microsoft.com/office/drawing/2014/main" id="{0F53DC2F-B13B-B974-424E-7599C055D8C5}"/>
              </a:ext>
            </a:extLst>
          </p:cNvPr>
          <p:cNvSpPr/>
          <p:nvPr/>
        </p:nvSpPr>
        <p:spPr>
          <a:xfrm>
            <a:off x="1229182" y="4739102"/>
            <a:ext cx="1900876" cy="9692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Installation C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8CAFC23E-2915-966E-B526-7D05BD36842C}"/>
              </a:ext>
            </a:extLst>
          </p:cNvPr>
          <p:cNvSpPr/>
          <p:nvPr/>
        </p:nvSpPr>
        <p:spPr>
          <a:xfrm>
            <a:off x="3694476" y="4739102"/>
            <a:ext cx="1900876" cy="9692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Layout C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A3DC29FB-8D4F-D904-9CCB-E563C4B6E2D9}"/>
              </a:ext>
            </a:extLst>
          </p:cNvPr>
          <p:cNvSpPr/>
          <p:nvPr/>
        </p:nvSpPr>
        <p:spPr>
          <a:xfrm>
            <a:off x="6159770" y="4739102"/>
            <a:ext cx="2356700" cy="9692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 Estimator C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9479752-E02A-13F3-ECB8-BCEA240C14E8}"/>
              </a:ext>
            </a:extLst>
          </p:cNvPr>
          <p:cNvCxnSpPr>
            <a:stCxn id="29" idx="3"/>
            <a:endCxn id="30" idx="1"/>
          </p:cNvCxnSpPr>
          <p:nvPr/>
        </p:nvCxnSpPr>
        <p:spPr>
          <a:xfrm>
            <a:off x="3130058" y="5223734"/>
            <a:ext cx="5644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D753A82-8844-69E6-AB2A-6DFA3F16B98C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5595352" y="5223734"/>
            <a:ext cx="5644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83343EC6-DD31-AB52-E908-0F92E555A5BA}"/>
              </a:ext>
            </a:extLst>
          </p:cNvPr>
          <p:cNvSpPr/>
          <p:nvPr/>
        </p:nvSpPr>
        <p:spPr>
          <a:xfrm>
            <a:off x="2179620" y="4089834"/>
            <a:ext cx="56310" cy="4764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548D204-8023-45E2-A801-2702FF11C431}"/>
              </a:ext>
            </a:extLst>
          </p:cNvPr>
          <p:cNvSpPr/>
          <p:nvPr/>
        </p:nvSpPr>
        <p:spPr>
          <a:xfrm>
            <a:off x="2179620" y="4297545"/>
            <a:ext cx="56310" cy="4764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4BDA790-BA68-C987-1F54-5458C9CD7C30}"/>
              </a:ext>
            </a:extLst>
          </p:cNvPr>
          <p:cNvSpPr/>
          <p:nvPr/>
        </p:nvSpPr>
        <p:spPr>
          <a:xfrm>
            <a:off x="2179620" y="4494500"/>
            <a:ext cx="56310" cy="4764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D54004-6FCA-7AD9-6883-009B787210B7}"/>
              </a:ext>
            </a:extLst>
          </p:cNvPr>
          <p:cNvSpPr txBox="1"/>
          <p:nvPr/>
        </p:nvSpPr>
        <p:spPr>
          <a:xfrm>
            <a:off x="8311298" y="1009871"/>
            <a:ext cx="29663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Model-based approach</a:t>
            </a:r>
          </a:p>
          <a:p>
            <a:pPr marL="285750" indent="-285750">
              <a:buFontTx/>
              <a:buChar char="-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approach</a:t>
            </a:r>
            <a:endParaRPr lang="en-US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B87CEC3-4FEA-0F15-639B-30BC707B2F20}"/>
              </a:ext>
            </a:extLst>
          </p:cNvPr>
          <p:cNvCxnSpPr/>
          <p:nvPr/>
        </p:nvCxnSpPr>
        <p:spPr>
          <a:xfrm flipH="1">
            <a:off x="7754471" y="1326776"/>
            <a:ext cx="493058" cy="21515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1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D52B1-0F96-432D-3D36-59E7C0DCB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33ADE85-2AAF-4CA6-824E-A4C1F14F5990}"/>
              </a:ext>
            </a:extLst>
          </p:cNvPr>
          <p:cNvSpPr txBox="1"/>
          <p:nvPr/>
        </p:nvSpPr>
        <p:spPr>
          <a:xfrm>
            <a:off x="649300" y="321403"/>
            <a:ext cx="185608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Proposal</a:t>
            </a:r>
            <a:r>
              <a:rPr lang="es-PE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BE50EC6A-EBB0-8EAB-A859-DF16724967F6}"/>
              </a:ext>
            </a:extLst>
          </p:cNvPr>
          <p:cNvSpPr/>
          <p:nvPr/>
        </p:nvSpPr>
        <p:spPr>
          <a:xfrm>
            <a:off x="4817277" y="2531647"/>
            <a:ext cx="2356700" cy="9692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Positioning Estimator proposed</a:t>
            </a:r>
            <a:endParaRPr lang="en-US" sz="16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D0DDE2-5755-D26E-8638-D625A0069143}"/>
                  </a:ext>
                </a:extLst>
              </p:cNvPr>
              <p:cNvSpPr txBox="1"/>
              <p:nvPr/>
            </p:nvSpPr>
            <p:spPr>
              <a:xfrm>
                <a:off x="2413172" y="2809523"/>
                <a:ext cx="1628907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PE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es-PE" sz="2000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000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𝐑𝐒𝐒</m:t>
                        </m:r>
                      </m:e>
                      <m:sub>
                        <m:r>
                          <a:rPr lang="es-PE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s-PE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s-PE" sz="20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sz="20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𝐩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PE" sz="2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LED</m:t>
                        </m:r>
                        <m:r>
                          <a:rPr lang="es-PE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PE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D0DDE2-5755-D26E-8638-D625A0069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172" y="2809523"/>
                <a:ext cx="1628907" cy="413511"/>
              </a:xfrm>
              <a:prstGeom prst="rect">
                <a:avLst/>
              </a:prstGeom>
              <a:blipFill>
                <a:blip r:embed="rId2"/>
                <a:stretch>
                  <a:fillRect l="-1873" t="-8824" r="-2996" b="-2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6B920A-F687-2DDE-CE9E-F3DA17DD132F}"/>
                  </a:ext>
                </a:extLst>
              </p:cNvPr>
              <p:cNvSpPr txBox="1"/>
              <p:nvPr/>
            </p:nvSpPr>
            <p:spPr>
              <a:xfrm>
                <a:off x="7949175" y="2809523"/>
                <a:ext cx="788164" cy="4135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PE" sz="2000" b="1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PE" sz="2000" b="1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𝐩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PE" sz="20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PD</m:t>
                          </m:r>
                          <m:r>
                            <a:rPr lang="es-PE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s-PE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6B920A-F687-2DDE-CE9E-F3DA17DD1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9175" y="2809523"/>
                <a:ext cx="788164" cy="413511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C72E5DC-884C-CF9A-8352-F0A8E530D7FB}"/>
              </a:ext>
            </a:extLst>
          </p:cNvPr>
          <p:cNvCxnSpPr>
            <a:stCxn id="9" idx="3"/>
            <a:endCxn id="5" idx="1"/>
          </p:cNvCxnSpPr>
          <p:nvPr/>
        </p:nvCxnSpPr>
        <p:spPr>
          <a:xfrm>
            <a:off x="4042079" y="3016279"/>
            <a:ext cx="7751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BD4C0AD-5E48-39F4-398F-317B7B9C4436}"/>
              </a:ext>
            </a:extLst>
          </p:cNvPr>
          <p:cNvCxnSpPr/>
          <p:nvPr/>
        </p:nvCxnSpPr>
        <p:spPr>
          <a:xfrm>
            <a:off x="7173977" y="3016278"/>
            <a:ext cx="7751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1" name="Picture 140">
            <a:extLst>
              <a:ext uri="{FF2B5EF4-FFF2-40B4-BE49-F238E27FC236}">
                <a16:creationId xmlns:a16="http://schemas.microsoft.com/office/drawing/2014/main" id="{30E847ED-0E0E-A533-0938-73E4F8D7D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343" y="3634967"/>
            <a:ext cx="3032933" cy="222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622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2AA53-731F-BD97-545D-318943B57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44C57D-AE62-0B77-BB3E-D315FF9F40F2}"/>
              </a:ext>
            </a:extLst>
          </p:cNvPr>
          <p:cNvSpPr txBox="1"/>
          <p:nvPr/>
        </p:nvSpPr>
        <p:spPr>
          <a:xfrm>
            <a:off x="325094" y="312539"/>
            <a:ext cx="41687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lang="es-PE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s-PE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2DAEF6-C1D6-CB06-2F69-F88C59DE139A}"/>
              </a:ext>
            </a:extLst>
          </p:cNvPr>
          <p:cNvSpPr txBox="1"/>
          <p:nvPr/>
        </p:nvSpPr>
        <p:spPr>
          <a:xfrm>
            <a:off x="795994" y="1198505"/>
            <a:ext cx="141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s-PE" sz="20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s-PE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254462-E60A-BDD0-95E2-8BB676F62F47}"/>
              </a:ext>
            </a:extLst>
          </p:cNvPr>
          <p:cNvSpPr txBox="1"/>
          <p:nvPr/>
        </p:nvSpPr>
        <p:spPr>
          <a:xfrm>
            <a:off x="3428894" y="3254022"/>
            <a:ext cx="1699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s-PE" sz="20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r>
              <a:rPr lang="es-PE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EC3E36-2083-BCA4-066F-B07923B4FD7E}"/>
              </a:ext>
            </a:extLst>
          </p:cNvPr>
          <p:cNvSpPr txBox="1"/>
          <p:nvPr/>
        </p:nvSpPr>
        <p:spPr>
          <a:xfrm>
            <a:off x="6326000" y="5050769"/>
            <a:ext cx="39187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s-PE" sz="20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es-PE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Experimental </a:t>
            </a:r>
            <a:r>
              <a:rPr lang="es-PE" sz="20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r>
              <a:rPr lang="es-PE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FD4F49-FA71-C6E0-D5D1-7FEB35E38ACC}"/>
              </a:ext>
            </a:extLst>
          </p:cNvPr>
          <p:cNvSpPr txBox="1"/>
          <p:nvPr/>
        </p:nvSpPr>
        <p:spPr>
          <a:xfrm>
            <a:off x="3675925" y="3644564"/>
            <a:ext cx="36487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Multi-layout simulation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Geometry-aware positioning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Seen vs. unseen layout evaluation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4651D5-3609-A117-4C37-4ED4DA0E6778}"/>
              </a:ext>
            </a:extLst>
          </p:cNvPr>
          <p:cNvSpPr txBox="1"/>
          <p:nvPr/>
        </p:nvSpPr>
        <p:spPr>
          <a:xfrm>
            <a:off x="1011293" y="1598615"/>
            <a:ext cx="39789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Characterise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OWP testbed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model and Portability factors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Geometry / observability analysis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problem formulation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451B54-A6AF-C4BD-9B0C-2715D997F66B}"/>
              </a:ext>
            </a:extLst>
          </p:cNvPr>
          <p:cNvSpPr txBox="1"/>
          <p:nvPr/>
        </p:nvSpPr>
        <p:spPr>
          <a:xfrm>
            <a:off x="6572115" y="5474407"/>
            <a:ext cx="4204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Reference-layout validation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one or more unseen physical layouts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assessment of the sim-to-real gap</a:t>
            </a:r>
          </a:p>
        </p:txBody>
      </p:sp>
    </p:spTree>
    <p:extLst>
      <p:ext uri="{BB962C8B-B14F-4D97-AF65-F5344CB8AC3E}">
        <p14:creationId xmlns:p14="http://schemas.microsoft.com/office/powerpoint/2010/main" val="290291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D6685-F4F3-2A6C-194D-202297153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830936-D28A-4FE1-23C9-2B743FD98008}"/>
              </a:ext>
            </a:extLst>
          </p:cNvPr>
          <p:cNvSpPr txBox="1"/>
          <p:nvPr/>
        </p:nvSpPr>
        <p:spPr>
          <a:xfrm>
            <a:off x="5384907" y="3152001"/>
            <a:ext cx="14221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8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</TotalTime>
  <Words>176</Words>
  <Application>Microsoft Office PowerPoint</Application>
  <PresentationFormat>Widescreen</PresentationFormat>
  <Paragraphs>57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Acuna</dc:creator>
  <cp:lastModifiedBy>Kevin Acuna</cp:lastModifiedBy>
  <cp:revision>1</cp:revision>
  <dcterms:created xsi:type="dcterms:W3CDTF">2026-03-12T22:45:35Z</dcterms:created>
  <dcterms:modified xsi:type="dcterms:W3CDTF">2026-09-04T10:53:13Z</dcterms:modified>
</cp:coreProperties>
</file>