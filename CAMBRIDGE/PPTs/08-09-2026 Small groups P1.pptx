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62" r:id="rId2"/>
    <p:sldId id="287" r:id="rId3"/>
    <p:sldId id="286" r:id="rId4"/>
    <p:sldId id="289" r:id="rId5"/>
    <p:sldId id="288" r:id="rId6"/>
    <p:sldId id="290" r:id="rId7"/>
    <p:sldId id="294" r:id="rId8"/>
    <p:sldId id="291" r:id="rId9"/>
    <p:sldId id="292" r:id="rId10"/>
    <p:sldId id="284" r:id="rId11"/>
    <p:sldId id="293" r:id="rId12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9D5B35-7714-4B07-988C-BEDD5B79BED2}" v="189" dt="2026-09-02T23:19:04.4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636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vin Acuna" userId="5683d4edbda9c6c8" providerId="LiveId" clId="{BB6E8D10-B0B7-4D0C-99A1-D653A4E0B537}"/>
    <pc:docChg chg="undo redo custSel addSld delSld modSld sldOrd">
      <pc:chgData name="Kevin Acuna" userId="5683d4edbda9c6c8" providerId="LiveId" clId="{BB6E8D10-B0B7-4D0C-99A1-D653A4E0B537}" dt="2026-09-04T10:53:07.418" v="7491" actId="1076"/>
      <pc:docMkLst>
        <pc:docMk/>
      </pc:docMkLst>
      <pc:sldChg chg="modSp mod">
        <pc:chgData name="Kevin Acuna" userId="5683d4edbda9c6c8" providerId="LiveId" clId="{BB6E8D10-B0B7-4D0C-99A1-D653A4E0B537}" dt="2026-09-02T19:41:36.073" v="5552" actId="20577"/>
        <pc:sldMkLst>
          <pc:docMk/>
          <pc:sldMk cId="416678127" sldId="262"/>
        </pc:sldMkLst>
        <pc:spChg chg="mod">
          <ac:chgData name="Kevin Acuna" userId="5683d4edbda9c6c8" providerId="LiveId" clId="{BB6E8D10-B0B7-4D0C-99A1-D653A4E0B537}" dt="2026-09-02T19:41:05.329" v="5543" actId="20577"/>
          <ac:spMkLst>
            <pc:docMk/>
            <pc:sldMk cId="416678127" sldId="262"/>
            <ac:spMk id="2" creationId="{85D2F076-956A-92DF-AB04-997BDDE83A99}"/>
          </ac:spMkLst>
        </pc:spChg>
        <pc:spChg chg="mod">
          <ac:chgData name="Kevin Acuna" userId="5683d4edbda9c6c8" providerId="LiveId" clId="{BB6E8D10-B0B7-4D0C-99A1-D653A4E0B537}" dt="2026-09-02T19:41:36.073" v="5552" actId="20577"/>
          <ac:spMkLst>
            <pc:docMk/>
            <pc:sldMk cId="416678127" sldId="262"/>
            <ac:spMk id="6" creationId="{2F881085-F5CC-00A1-CEF2-8854209942BA}"/>
          </ac:spMkLst>
        </pc:spChg>
      </pc:sldChg>
      <pc:sldChg chg="addSp delSp modSp add mod ord delAnim modAnim">
        <pc:chgData name="Kevin Acuna" userId="5683d4edbda9c6c8" providerId="LiveId" clId="{BB6E8D10-B0B7-4D0C-99A1-D653A4E0B537}" dt="2026-09-02T20:55:27.202" v="6551" actId="20577"/>
        <pc:sldMkLst>
          <pc:docMk/>
          <pc:sldMk cId="322116709" sldId="280"/>
        </pc:sldMkLst>
        <pc:spChg chg="mod">
          <ac:chgData name="Kevin Acuna" userId="5683d4edbda9c6c8" providerId="LiveId" clId="{BB6E8D10-B0B7-4D0C-99A1-D653A4E0B537}" dt="2026-09-02T20:46:57.311" v="6403" actId="113"/>
          <ac:spMkLst>
            <pc:docMk/>
            <pc:sldMk cId="322116709" sldId="280"/>
            <ac:spMk id="6" creationId="{9717677A-5397-B515-75C2-DA5BC3EAC683}"/>
          </ac:spMkLst>
        </pc:spChg>
        <pc:spChg chg="add mod">
          <ac:chgData name="Kevin Acuna" userId="5683d4edbda9c6c8" providerId="LiveId" clId="{BB6E8D10-B0B7-4D0C-99A1-D653A4E0B537}" dt="2026-09-02T20:45:15.480" v="6383"/>
          <ac:spMkLst>
            <pc:docMk/>
            <pc:sldMk cId="322116709" sldId="280"/>
            <ac:spMk id="12" creationId="{8889AD41-151A-2B5C-3FE7-7113C43D7139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15" creationId="{71D98D5B-B62B-334C-8F8F-CE32970377C9}"/>
          </ac:spMkLst>
        </pc:spChg>
        <pc:spChg chg="add mod">
          <ac:chgData name="Kevin Acuna" userId="5683d4edbda9c6c8" providerId="LiveId" clId="{BB6E8D10-B0B7-4D0C-99A1-D653A4E0B537}" dt="2026-09-02T20:55:05.854" v="6541" actId="20577"/>
          <ac:spMkLst>
            <pc:docMk/>
            <pc:sldMk cId="322116709" sldId="280"/>
            <ac:spMk id="16" creationId="{333140BF-85A8-3E8B-63E1-66820C05E4FB}"/>
          </ac:spMkLst>
        </pc:spChg>
        <pc:spChg chg="add mod">
          <ac:chgData name="Kevin Acuna" userId="5683d4edbda9c6c8" providerId="LiveId" clId="{BB6E8D10-B0B7-4D0C-99A1-D653A4E0B537}" dt="2026-09-02T20:45:18.042" v="6384"/>
          <ac:spMkLst>
            <pc:docMk/>
            <pc:sldMk cId="322116709" sldId="280"/>
            <ac:spMk id="23" creationId="{8EF5AE4A-415D-D8D5-20AB-9D950DB51D4A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24" creationId="{9A0120BC-4D2B-4C14-CC2F-45443BEABABD}"/>
          </ac:spMkLst>
        </pc:spChg>
        <pc:spChg chg="add mod">
          <ac:chgData name="Kevin Acuna" userId="5683d4edbda9c6c8" providerId="LiveId" clId="{BB6E8D10-B0B7-4D0C-99A1-D653A4E0B537}" dt="2026-09-02T20:55:25.196" v="6549" actId="20577"/>
          <ac:spMkLst>
            <pc:docMk/>
            <pc:sldMk cId="322116709" sldId="280"/>
            <ac:spMk id="25" creationId="{B6DD8725-7F9B-711D-D5B7-8B6B1607ADE8}"/>
          </ac:spMkLst>
        </pc:spChg>
        <pc:spChg chg="add mod">
          <ac:chgData name="Kevin Acuna" userId="5683d4edbda9c6c8" providerId="LiveId" clId="{BB6E8D10-B0B7-4D0C-99A1-D653A4E0B537}" dt="2026-09-02T20:45:20.192" v="6385"/>
          <ac:spMkLst>
            <pc:docMk/>
            <pc:sldMk cId="322116709" sldId="280"/>
            <ac:spMk id="29" creationId="{0F53DC2F-B13B-B974-424E-7599C055D8C5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30" creationId="{8CAFC23E-2915-966E-B526-7D05BD36842C}"/>
          </ac:spMkLst>
        </pc:spChg>
        <pc:spChg chg="add mod">
          <ac:chgData name="Kevin Acuna" userId="5683d4edbda9c6c8" providerId="LiveId" clId="{BB6E8D10-B0B7-4D0C-99A1-D653A4E0B537}" dt="2026-09-02T20:55:27.202" v="6551" actId="20577"/>
          <ac:spMkLst>
            <pc:docMk/>
            <pc:sldMk cId="322116709" sldId="280"/>
            <ac:spMk id="31" creationId="{A3DC29FB-8D4F-D904-9CCB-E563C4B6E2D9}"/>
          </ac:spMkLst>
        </pc:spChg>
        <pc:spChg chg="add mod">
          <ac:chgData name="Kevin Acuna" userId="5683d4edbda9c6c8" providerId="LiveId" clId="{BB6E8D10-B0B7-4D0C-99A1-D653A4E0B537}" dt="2026-09-02T20:05:30.701" v="5856" actId="1076"/>
          <ac:spMkLst>
            <pc:docMk/>
            <pc:sldMk cId="322116709" sldId="280"/>
            <ac:spMk id="34" creationId="{83343EC6-DD31-AB52-E908-0F92E555A5BA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37" creationId="{A548D204-8023-45E2-A801-2702FF11C431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39" creationId="{14BDA790-BA68-C987-1F54-5458C9CD7C30}"/>
          </ac:spMkLst>
        </pc:spChg>
        <pc:spChg chg="add mod">
          <ac:chgData name="Kevin Acuna" userId="5683d4edbda9c6c8" providerId="LiveId" clId="{BB6E8D10-B0B7-4D0C-99A1-D653A4E0B537}" dt="2026-09-02T20:08:29.771" v="5929" actId="1076"/>
          <ac:spMkLst>
            <pc:docMk/>
            <pc:sldMk cId="322116709" sldId="280"/>
            <ac:spMk id="41" creationId="{76D54004-6FCA-7AD9-6883-009B787210B7}"/>
          </ac:spMkLst>
        </pc:spChg>
        <pc:cxnChg chg="add">
          <ac:chgData name="Kevin Acuna" userId="5683d4edbda9c6c8" providerId="LiveId" clId="{BB6E8D10-B0B7-4D0C-99A1-D653A4E0B537}" dt="2026-09-02T20:03:30.257" v="5814" actId="11529"/>
          <ac:cxnSpMkLst>
            <pc:docMk/>
            <pc:sldMk cId="322116709" sldId="280"/>
            <ac:cxnSpMk id="19" creationId="{A33CD2CD-ACDF-4E64-0883-CEAB35295C52}"/>
          </ac:cxnSpMkLst>
        </pc:cxnChg>
        <pc:cxnChg chg="add mod">
          <ac:chgData name="Kevin Acuna" userId="5683d4edbda9c6c8" providerId="LiveId" clId="{BB6E8D10-B0B7-4D0C-99A1-D653A4E0B537}" dt="2026-09-02T20:51:24.189" v="6425" actId="14100"/>
          <ac:cxnSpMkLst>
            <pc:docMk/>
            <pc:sldMk cId="322116709" sldId="280"/>
            <ac:cxnSpMk id="21" creationId="{26CC6A03-6601-A0C6-B25D-1EC32D28605D}"/>
          </ac:cxnSpMkLst>
        </pc:cxnChg>
        <pc:cxnChg chg="add mod">
          <ac:chgData name="Kevin Acuna" userId="5683d4edbda9c6c8" providerId="LiveId" clId="{BB6E8D10-B0B7-4D0C-99A1-D653A4E0B537}" dt="2026-09-02T20:03:50.086" v="5817" actId="571"/>
          <ac:cxnSpMkLst>
            <pc:docMk/>
            <pc:sldMk cId="322116709" sldId="280"/>
            <ac:cxnSpMk id="27" creationId="{B7687A5F-00DF-E84A-DF6A-D0118D004A53}"/>
          </ac:cxnSpMkLst>
        </pc:cxnChg>
        <pc:cxnChg chg="add mod">
          <ac:chgData name="Kevin Acuna" userId="5683d4edbda9c6c8" providerId="LiveId" clId="{BB6E8D10-B0B7-4D0C-99A1-D653A4E0B537}" dt="2026-09-02T20:51:31.075" v="6437" actId="14100"/>
          <ac:cxnSpMkLst>
            <pc:docMk/>
            <pc:sldMk cId="322116709" sldId="280"/>
            <ac:cxnSpMk id="28" creationId="{D7C17652-D6D3-5A99-CC80-82F775E1DFA2}"/>
          </ac:cxnSpMkLst>
        </pc:cxnChg>
        <pc:cxnChg chg="add mod">
          <ac:chgData name="Kevin Acuna" userId="5683d4edbda9c6c8" providerId="LiveId" clId="{BB6E8D10-B0B7-4D0C-99A1-D653A4E0B537}" dt="2026-09-02T20:04:17.461" v="5832" actId="1076"/>
          <ac:cxnSpMkLst>
            <pc:docMk/>
            <pc:sldMk cId="322116709" sldId="280"/>
            <ac:cxnSpMk id="32" creationId="{D9479752-E02A-13F3-ECB8-BCEA240C14E8}"/>
          </ac:cxnSpMkLst>
        </pc:cxnChg>
        <pc:cxnChg chg="add mod">
          <ac:chgData name="Kevin Acuna" userId="5683d4edbda9c6c8" providerId="LiveId" clId="{BB6E8D10-B0B7-4D0C-99A1-D653A4E0B537}" dt="2026-09-02T20:51:37.107" v="6449" actId="14100"/>
          <ac:cxnSpMkLst>
            <pc:docMk/>
            <pc:sldMk cId="322116709" sldId="280"/>
            <ac:cxnSpMk id="33" creationId="{6D753A82-8844-69E6-AB2A-6DFA3F16B98C}"/>
          </ac:cxnSpMkLst>
        </pc:cxnChg>
        <pc:cxnChg chg="add mod">
          <ac:chgData name="Kevin Acuna" userId="5683d4edbda9c6c8" providerId="LiveId" clId="{BB6E8D10-B0B7-4D0C-99A1-D653A4E0B537}" dt="2026-09-02T20:08:23.923" v="5928" actId="693"/>
          <ac:cxnSpMkLst>
            <pc:docMk/>
            <pc:sldMk cId="322116709" sldId="280"/>
            <ac:cxnSpMk id="43" creationId="{AB87CEC3-4FEA-0F15-639B-30BC707B2F20}"/>
          </ac:cxnSpMkLst>
        </pc:cxnChg>
      </pc:sldChg>
      <pc:sldChg chg="addSp delSp modSp add mod ord addAnim delAnim modAnim">
        <pc:chgData name="Kevin Acuna" userId="5683d4edbda9c6c8" providerId="LiveId" clId="{BB6E8D10-B0B7-4D0C-99A1-D653A4E0B537}" dt="2026-09-04T10:53:07.418" v="7491" actId="1076"/>
        <pc:sldMkLst>
          <pc:docMk/>
          <pc:sldMk cId="2839153030" sldId="281"/>
        </pc:sldMkLst>
        <pc:spChg chg="mod">
          <ac:chgData name="Kevin Acuna" userId="5683d4edbda9c6c8" providerId="LiveId" clId="{BB6E8D10-B0B7-4D0C-99A1-D653A4E0B537}" dt="2026-09-02T23:25:55.705" v="7486" actId="1076"/>
          <ac:spMkLst>
            <pc:docMk/>
            <pc:sldMk cId="2839153030" sldId="281"/>
            <ac:spMk id="6" creationId="{64019DF9-E55A-3C86-7853-170AD227A0F5}"/>
          </ac:spMkLst>
        </pc:spChg>
        <pc:spChg chg="add mod">
          <ac:chgData name="Kevin Acuna" userId="5683d4edbda9c6c8" providerId="LiveId" clId="{BB6E8D10-B0B7-4D0C-99A1-D653A4E0B537}" dt="2026-09-04T10:03:11.260" v="7490" actId="20577"/>
          <ac:spMkLst>
            <pc:docMk/>
            <pc:sldMk cId="2839153030" sldId="281"/>
            <ac:spMk id="15" creationId="{09B2069D-E217-D132-7047-744A61AF6E4B}"/>
          </ac:spMkLst>
        </pc:spChg>
        <pc:spChg chg="add mod">
          <ac:chgData name="Kevin Acuna" userId="5683d4edbda9c6c8" providerId="LiveId" clId="{BB6E8D10-B0B7-4D0C-99A1-D653A4E0B537}" dt="2026-09-04T10:03:08.274" v="7488" actId="20577"/>
          <ac:spMkLst>
            <pc:docMk/>
            <pc:sldMk cId="2839153030" sldId="281"/>
            <ac:spMk id="16" creationId="{F87D35CD-8B02-3EAA-DD1A-C1304F665703}"/>
          </ac:spMkLst>
        </pc:spChg>
        <pc:spChg chg="add mod">
          <ac:chgData name="Kevin Acuna" userId="5683d4edbda9c6c8" providerId="LiveId" clId="{BB6E8D10-B0B7-4D0C-99A1-D653A4E0B537}" dt="2026-09-02T23:21:44.980" v="7459" actId="1076"/>
          <ac:spMkLst>
            <pc:docMk/>
            <pc:sldMk cId="2839153030" sldId="281"/>
            <ac:spMk id="18" creationId="{BB4A858C-F597-DC6C-F758-F440065FBB11}"/>
          </ac:spMkLst>
        </pc:spChg>
        <pc:spChg chg="add mod">
          <ac:chgData name="Kevin Acuna" userId="5683d4edbda9c6c8" providerId="LiveId" clId="{BB6E8D10-B0B7-4D0C-99A1-D653A4E0B537}" dt="2026-09-02T23:20:49.467" v="7413" actId="1076"/>
          <ac:spMkLst>
            <pc:docMk/>
            <pc:sldMk cId="2839153030" sldId="281"/>
            <ac:spMk id="23" creationId="{4773EEAB-BF13-E447-8238-07F6F72234F0}"/>
          </ac:spMkLst>
        </pc:spChg>
        <pc:picChg chg="add mod modCrop">
          <ac:chgData name="Kevin Acuna" userId="5683d4edbda9c6c8" providerId="LiveId" clId="{BB6E8D10-B0B7-4D0C-99A1-D653A4E0B537}" dt="2026-09-02T23:14:55.117" v="7386" actId="1076"/>
          <ac:picMkLst>
            <pc:docMk/>
            <pc:sldMk cId="2839153030" sldId="281"/>
            <ac:picMk id="4" creationId="{DDB00CA1-6FA9-BFE0-F2D9-D31BC68D5227}"/>
          </ac:picMkLst>
        </pc:picChg>
        <pc:picChg chg="add mod">
          <ac:chgData name="Kevin Acuna" userId="5683d4edbda9c6c8" providerId="LiveId" clId="{BB6E8D10-B0B7-4D0C-99A1-D653A4E0B537}" dt="2026-09-04T10:53:07.418" v="7491" actId="1076"/>
          <ac:picMkLst>
            <pc:docMk/>
            <pc:sldMk cId="2839153030" sldId="281"/>
            <ac:picMk id="10" creationId="{7DA63480-46F3-1723-F994-52F477EF4AC3}"/>
          </ac:picMkLst>
        </pc:picChg>
        <pc:picChg chg="add mod">
          <ac:chgData name="Kevin Acuna" userId="5683d4edbda9c6c8" providerId="LiveId" clId="{BB6E8D10-B0B7-4D0C-99A1-D653A4E0B537}" dt="2026-09-02T23:14:55.117" v="7386" actId="1076"/>
          <ac:picMkLst>
            <pc:docMk/>
            <pc:sldMk cId="2839153030" sldId="281"/>
            <ac:picMk id="13" creationId="{E8994B52-A189-319E-65AD-16BA53CCFF6B}"/>
          </ac:picMkLst>
        </pc:picChg>
        <pc:picChg chg="add mod modCrop">
          <ac:chgData name="Kevin Acuna" userId="5683d4edbda9c6c8" providerId="LiveId" clId="{BB6E8D10-B0B7-4D0C-99A1-D653A4E0B537}" dt="2026-09-02T23:20:49.467" v="7413" actId="1076"/>
          <ac:picMkLst>
            <pc:docMk/>
            <pc:sldMk cId="2839153030" sldId="281"/>
            <ac:picMk id="21" creationId="{0ABCF754-3BF3-3C00-68CF-2DB9319F3097}"/>
          </ac:picMkLst>
        </pc:picChg>
      </pc:sldChg>
      <pc:sldChg chg="addSp delSp modSp add mod delAnim">
        <pc:chgData name="Kevin Acuna" userId="5683d4edbda9c6c8" providerId="LiveId" clId="{BB6E8D10-B0B7-4D0C-99A1-D653A4E0B537}" dt="2026-09-02T21:07:40.335" v="6732" actId="1076"/>
        <pc:sldMkLst>
          <pc:docMk/>
          <pc:sldMk cId="2014622290" sldId="282"/>
        </pc:sldMkLst>
        <pc:spChg chg="add mod">
          <ac:chgData name="Kevin Acuna" userId="5683d4edbda9c6c8" providerId="LiveId" clId="{BB6E8D10-B0B7-4D0C-99A1-D653A4E0B537}" dt="2026-09-02T21:07:21.415" v="6725" actId="1076"/>
          <ac:spMkLst>
            <pc:docMk/>
            <pc:sldMk cId="2014622290" sldId="282"/>
            <ac:spMk id="5" creationId="{BE50EC6A-EBB0-8EAB-A859-DF16724967F6}"/>
          </ac:spMkLst>
        </pc:spChg>
        <pc:spChg chg="mod">
          <ac:chgData name="Kevin Acuna" userId="5683d4edbda9c6c8" providerId="LiveId" clId="{BB6E8D10-B0B7-4D0C-99A1-D653A4E0B537}" dt="2026-09-02T20:40:01.365" v="6367" actId="20577"/>
          <ac:spMkLst>
            <pc:docMk/>
            <pc:sldMk cId="2014622290" sldId="282"/>
            <ac:spMk id="6" creationId="{A33ADE85-2AAF-4CA6-824E-A4C1F14F5990}"/>
          </ac:spMkLst>
        </pc:spChg>
        <pc:spChg chg="add mod">
          <ac:chgData name="Kevin Acuna" userId="5683d4edbda9c6c8" providerId="LiveId" clId="{BB6E8D10-B0B7-4D0C-99A1-D653A4E0B537}" dt="2026-09-02T21:07:21.415" v="6725" actId="1076"/>
          <ac:spMkLst>
            <pc:docMk/>
            <pc:sldMk cId="2014622290" sldId="282"/>
            <ac:spMk id="9" creationId="{43D0DDE2-5755-D26E-8638-D625A0069143}"/>
          </ac:spMkLst>
        </pc:spChg>
        <pc:spChg chg="add mod">
          <ac:chgData name="Kevin Acuna" userId="5683d4edbda9c6c8" providerId="LiveId" clId="{BB6E8D10-B0B7-4D0C-99A1-D653A4E0B537}" dt="2026-09-02T21:07:21.415" v="6725" actId="1076"/>
          <ac:spMkLst>
            <pc:docMk/>
            <pc:sldMk cId="2014622290" sldId="282"/>
            <ac:spMk id="10" creationId="{E86B920A-F687-2DDE-CE9E-F3DA17DD132F}"/>
          </ac:spMkLst>
        </pc:spChg>
        <pc:picChg chg="add mod">
          <ac:chgData name="Kevin Acuna" userId="5683d4edbda9c6c8" providerId="LiveId" clId="{BB6E8D10-B0B7-4D0C-99A1-D653A4E0B537}" dt="2026-09-02T21:07:40.335" v="6732" actId="1076"/>
          <ac:picMkLst>
            <pc:docMk/>
            <pc:sldMk cId="2014622290" sldId="282"/>
            <ac:picMk id="141" creationId="{30E847ED-0E0E-A533-0938-73E4F8D7DFB4}"/>
          </ac:picMkLst>
        </pc:picChg>
        <pc:cxnChg chg="add mod">
          <ac:chgData name="Kevin Acuna" userId="5683d4edbda9c6c8" providerId="LiveId" clId="{BB6E8D10-B0B7-4D0C-99A1-D653A4E0B537}" dt="2026-09-02T21:07:21.415" v="6725" actId="1076"/>
          <ac:cxnSpMkLst>
            <pc:docMk/>
            <pc:sldMk cId="2014622290" sldId="282"/>
            <ac:cxnSpMk id="13" creationId="{9C72E5DC-884C-CF9A-8352-F0A8E530D7FB}"/>
          </ac:cxnSpMkLst>
        </pc:cxnChg>
        <pc:cxnChg chg="add mod">
          <ac:chgData name="Kevin Acuna" userId="5683d4edbda9c6c8" providerId="LiveId" clId="{BB6E8D10-B0B7-4D0C-99A1-D653A4E0B537}" dt="2026-09-02T21:07:21.415" v="6725" actId="1076"/>
          <ac:cxnSpMkLst>
            <pc:docMk/>
            <pc:sldMk cId="2014622290" sldId="282"/>
            <ac:cxnSpMk id="14" creationId="{CBD4C0AD-5E48-39F4-398F-317B7B9C4436}"/>
          </ac:cxnSpMkLst>
        </pc:cxnChg>
      </pc:sldChg>
      <pc:sldChg chg="addSp delSp modSp add mod">
        <pc:chgData name="Kevin Acuna" userId="5683d4edbda9c6c8" providerId="LiveId" clId="{BB6E8D10-B0B7-4D0C-99A1-D653A4E0B537}" dt="2026-09-02T22:40:06.627" v="7201" actId="1076"/>
        <pc:sldMkLst>
          <pc:docMk/>
          <pc:sldMk cId="290291624" sldId="283"/>
        </pc:sldMkLst>
        <pc:spChg chg="add mod">
          <ac:chgData name="Kevin Acuna" userId="5683d4edbda9c6c8" providerId="LiveId" clId="{BB6E8D10-B0B7-4D0C-99A1-D653A4E0B537}" dt="2026-09-02T22:40:06.627" v="7201" actId="1076"/>
          <ac:spMkLst>
            <pc:docMk/>
            <pc:sldMk cId="290291624" sldId="283"/>
            <ac:spMk id="4" creationId="{B02DAEF6-C1D6-CB06-2F69-F88C59DE139A}"/>
          </ac:spMkLst>
        </pc:spChg>
        <pc:spChg chg="mod">
          <ac:chgData name="Kevin Acuna" userId="5683d4edbda9c6c8" providerId="LiveId" clId="{BB6E8D10-B0B7-4D0C-99A1-D653A4E0B537}" dt="2026-09-02T21:17:40.599" v="7046" actId="1076"/>
          <ac:spMkLst>
            <pc:docMk/>
            <pc:sldMk cId="290291624" sldId="283"/>
            <ac:spMk id="6" creationId="{7C44C57D-AE62-0B77-BB3E-D315FF9F40F2}"/>
          </ac:spMkLst>
        </pc:spChg>
        <pc:spChg chg="add mod">
          <ac:chgData name="Kevin Acuna" userId="5683d4edbda9c6c8" providerId="LiveId" clId="{BB6E8D10-B0B7-4D0C-99A1-D653A4E0B537}" dt="2026-09-02T22:39:49.115" v="7194" actId="1076"/>
          <ac:spMkLst>
            <pc:docMk/>
            <pc:sldMk cId="290291624" sldId="283"/>
            <ac:spMk id="7" creationId="{8D254462-E60A-BDD0-95E2-8BB676F62F47}"/>
          </ac:spMkLst>
        </pc:spChg>
        <pc:spChg chg="add mod">
          <ac:chgData name="Kevin Acuna" userId="5683d4edbda9c6c8" providerId="LiveId" clId="{BB6E8D10-B0B7-4D0C-99A1-D653A4E0B537}" dt="2026-09-02T22:39:57.259" v="7197" actId="1076"/>
          <ac:spMkLst>
            <pc:docMk/>
            <pc:sldMk cId="290291624" sldId="283"/>
            <ac:spMk id="8" creationId="{95EC3E36-2083-BCA4-066F-B07923B4FD7E}"/>
          </ac:spMkLst>
        </pc:spChg>
        <pc:spChg chg="add mod">
          <ac:chgData name="Kevin Acuna" userId="5683d4edbda9c6c8" providerId="LiveId" clId="{BB6E8D10-B0B7-4D0C-99A1-D653A4E0B537}" dt="2026-09-02T22:39:45.412" v="7192" actId="1076"/>
          <ac:spMkLst>
            <pc:docMk/>
            <pc:sldMk cId="290291624" sldId="283"/>
            <ac:spMk id="12" creationId="{AAFD4F49-FA71-C6E0-D5D1-7FEB35E38ACC}"/>
          </ac:spMkLst>
        </pc:spChg>
        <pc:spChg chg="add mod">
          <ac:chgData name="Kevin Acuna" userId="5683d4edbda9c6c8" providerId="LiveId" clId="{BB6E8D10-B0B7-4D0C-99A1-D653A4E0B537}" dt="2026-09-02T21:27:41.564" v="7166" actId="1076"/>
          <ac:spMkLst>
            <pc:docMk/>
            <pc:sldMk cId="290291624" sldId="283"/>
            <ac:spMk id="15" creationId="{9A4651D5-3609-A117-4C37-4ED4DA0E6778}"/>
          </ac:spMkLst>
        </pc:spChg>
        <pc:spChg chg="add mod">
          <ac:chgData name="Kevin Acuna" userId="5683d4edbda9c6c8" providerId="LiveId" clId="{BB6E8D10-B0B7-4D0C-99A1-D653A4E0B537}" dt="2026-09-02T21:24:07.115" v="7143" actId="1076"/>
          <ac:spMkLst>
            <pc:docMk/>
            <pc:sldMk cId="290291624" sldId="283"/>
            <ac:spMk id="17" creationId="{61451B54-A6AF-C4BD-9B0C-2715D997F66B}"/>
          </ac:spMkLst>
        </pc:spChg>
      </pc:sldChg>
      <pc:sldChg chg="delSp modSp add mod">
        <pc:chgData name="Kevin Acuna" userId="5683d4edbda9c6c8" providerId="LiveId" clId="{BB6E8D10-B0B7-4D0C-99A1-D653A4E0B537}" dt="2026-09-02T22:38:59.859" v="7186" actId="1076"/>
        <pc:sldMkLst>
          <pc:docMk/>
          <pc:sldMk cId="9188766" sldId="284"/>
        </pc:sldMkLst>
        <pc:spChg chg="mod">
          <ac:chgData name="Kevin Acuna" userId="5683d4edbda9c6c8" providerId="LiveId" clId="{BB6E8D10-B0B7-4D0C-99A1-D653A4E0B537}" dt="2026-09-02T22:38:59.859" v="7186" actId="1076"/>
          <ac:spMkLst>
            <pc:docMk/>
            <pc:sldMk cId="9188766" sldId="284"/>
            <ac:spMk id="6" creationId="{E9830936-D28A-4FE1-23C9-2B743FD98008}"/>
          </ac:spMkLst>
        </pc:spChg>
      </pc:sldChg>
      <pc:sldChg chg="add">
        <pc:chgData name="Kevin Acuna" userId="5683d4edbda9c6c8" providerId="LiveId" clId="{BB6E8D10-B0B7-4D0C-99A1-D653A4E0B537}" dt="2026-09-02T22:40:21.248" v="7202"/>
        <pc:sldMkLst>
          <pc:docMk/>
          <pc:sldMk cId="3293126737" sldId="28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E4095B-8959-4EE4-8DC9-932FD41429A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F22C25-C9DE-4678-B4C7-389B73BDF8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413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F22C25-C9DE-4678-B4C7-389B73BDF8F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8539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F22C25-C9DE-4678-B4C7-389B73BDF8F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0678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AD01E-5335-2AE5-1074-646E7AE92F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8A68D7-445E-40CB-3604-7CB72B50B4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68D8F2-3725-6AB4-0593-04D19B5F2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0EB26E-9079-6CDC-411C-F35D094A7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C24333-0715-0A05-715A-FCD4D5B5F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1267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A6DCC-5B8A-4A36-393B-C7861DBEF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7A62B-C5A1-67E5-88AE-6758248EBF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E2FBC3-5BAF-0A45-325C-4F5741AC8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9B7C7B-7734-545E-BF56-6FB4C3ADA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93BE1D-7704-3A71-C65A-51DDBD226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966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13EA2-15CD-9209-F001-069279C40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C335B3-E474-4EBF-07C3-66B3740B80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903559-F371-1C72-50E5-DF07650F3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E6531-110E-3787-6971-5372866DA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B5C968-A2B4-B1FC-0556-1158A3050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7122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19987-A8A6-1809-DC47-A3E9A5B24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ACDEC-0560-D517-354D-7198503A54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D88697-79BD-3062-BB51-5858A3BB6D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0AFD57-96D5-BEA6-5BF7-01C330119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5D759D-22ED-950A-1DFE-7721430A1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14E457-B6E9-CE05-337C-BA1D3CF03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548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46364-7164-6F91-D5C1-5829F04FE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52708-1206-24CC-1E92-3D8DEE16FC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D618F2-E1D7-58E4-A81E-137839773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58920E-91DE-B857-B5F1-15CF8BE369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B53D95-6ACB-37BD-99EA-3853F96C1A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96A9E3-429D-8715-1FD4-610F5422B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BF9045-01D5-BB1C-293A-0F42E57AF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096D7B-1861-398A-B896-5AD533FE7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7307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B91E3-BE1C-A7C8-C797-B9C5F1666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25C156-7467-FEA1-20FC-73274AEAF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2AD4B0-54C3-0BE7-05A7-42974774F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6079DB-B150-6A75-748A-937B4B469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526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A9B24E9-4019-0DA1-405B-2403B81FD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EC5D79-648E-023C-4973-E814FD0D1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6FED09-E907-FA71-CDC2-ABF6B6DB8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586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F493D-F8D7-14DC-A663-D3B3B57CD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6E6AF1-7845-96B7-3D68-AA9E89B09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F6DF52-8F88-9A69-66E3-9ECEC3174F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961654-B57B-5CE0-87CF-7F13C2063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9CC174-5008-3FBB-C9C7-76D49E2DB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B36988-0835-34DF-124D-D4705F5C7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0827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69228-D169-35C4-E93F-EB2B03099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4DC5EC-0EB0-CC87-5B34-C25B3BA037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C4E5CE-582A-D86C-9A96-92889E66CC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D19EED-821F-B97B-F651-B3EF51E97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8B41ED-BB30-33A1-EA97-BC08D97A6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0761AD-27E8-2EEF-726E-0C12A9A95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94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A50E1-23C1-9759-8356-D4519A2FA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BA057E-2EF9-BD0E-58C8-02CDCDC58B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65FD95-27E8-D350-649B-52902A7E5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4B16FE-4E43-23EA-4E93-511BEA323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6D0B5E-B50B-D63F-D074-34D24C54D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454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EFF931-A1ED-83A3-D0FA-E3C8D5F421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14020B-1E37-1DBC-2221-F672A979AB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35B9E1-CA40-B88D-696A-B10FF1EC2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004B8A-9F15-E270-FC4C-BEF0D5A28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DD8302-EF11-2AC6-2960-6281D7118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191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0F3CD1-E57A-62D5-35CB-10BEE1E14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09B00A-E026-797A-3BC0-A99DFE65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D14BE-77EA-8D31-D1B4-AE2A6BD589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461FF3-9A1C-4617-855B-3BFD31F444A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4CA7CA-7859-3988-F44F-252ABEF6A9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084684-415C-0963-4181-17DAC8AFC7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3324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9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D2F076-956A-92DF-AB04-997BDDE83A99}"/>
              </a:ext>
            </a:extLst>
          </p:cNvPr>
          <p:cNvSpPr txBox="1"/>
          <p:nvPr/>
        </p:nvSpPr>
        <p:spPr>
          <a:xfrm>
            <a:off x="5529206" y="4667944"/>
            <a:ext cx="11208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08/09/2026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8242AF-0538-C79E-B0F5-5D562077E0FC}"/>
              </a:ext>
            </a:extLst>
          </p:cNvPr>
          <p:cNvSpPr txBox="1"/>
          <p:nvPr/>
        </p:nvSpPr>
        <p:spPr>
          <a:xfrm>
            <a:off x="4679511" y="4411566"/>
            <a:ext cx="2829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noProof="1">
                <a:solidFill>
                  <a:srgbClr val="2977A0"/>
                </a:solidFill>
                <a:latin typeface="Times New Roman" panose="02020603050405020304" pitchFamily="18" charset="0"/>
                <a:ea typeface="Open Sans Light" pitchFamily="2" charset="0"/>
                <a:cs typeface="Times New Roman" panose="02020603050405020304" pitchFamily="18" charset="0"/>
              </a:rPr>
              <a:t>Kevin Jose ACUNA CONDORI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870B12-D6B4-E180-B835-4BBE25F6AE07}"/>
              </a:ext>
            </a:extLst>
          </p:cNvPr>
          <p:cNvSpPr txBox="1"/>
          <p:nvPr/>
        </p:nvSpPr>
        <p:spPr>
          <a:xfrm>
            <a:off x="2577695" y="3278033"/>
            <a:ext cx="7032994" cy="429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lang="en-US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Single-Source 3D Optical Wireless Positioning</a:t>
            </a:r>
          </a:p>
        </p:txBody>
      </p:sp>
    </p:spTree>
    <p:extLst>
      <p:ext uri="{BB962C8B-B14F-4D97-AF65-F5344CB8AC3E}">
        <p14:creationId xmlns:p14="http://schemas.microsoft.com/office/powerpoint/2010/main" val="416678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E30BE-912F-BA4A-F661-E4AB21EF1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1E6CEAD-49DC-C2E1-A484-77EB5AAB6668}"/>
              </a:ext>
            </a:extLst>
          </p:cNvPr>
          <p:cNvSpPr txBox="1"/>
          <p:nvPr/>
        </p:nvSpPr>
        <p:spPr>
          <a:xfrm>
            <a:off x="273765" y="346573"/>
            <a:ext cx="10734893" cy="417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lang="es-PE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Background: Multi-LED Positioning</a:t>
            </a:r>
            <a:endParaRPr lang="en-US" sz="2000" b="1" noProof="1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251272-1045-2232-F8C0-F459D120F8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357" y="1444718"/>
            <a:ext cx="5713256" cy="39685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EF7F41C-266B-E2BE-92E4-32014C09F7B5}"/>
                  </a:ext>
                </a:extLst>
              </p:cNvPr>
              <p:cNvSpPr txBox="1"/>
              <p:nvPr/>
            </p:nvSpPr>
            <p:spPr>
              <a:xfrm>
                <a:off x="7458635" y="2967334"/>
                <a:ext cx="287976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s-PE" sz="2400" b="0" i="0" smtClean="0">
                          <a:latin typeface="Cambria Math" panose="02040503050406030204" pitchFamily="18" charset="0"/>
                        </a:rPr>
                        <m:t>RSS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PE" sz="2400" b="0" i="1" smtClean="0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s-PE" sz="2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s-PE" sz="2400" b="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a:rPr lang="es-P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PE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s-PE" sz="24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s-PE" sz="2400" i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a:rPr lang="es-P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s-PE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s-PE" sz="24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s-PE" sz="2400" i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a:rPr lang="es-P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s-PE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s-PE" sz="24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s-PE" sz="2400" i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a:rPr lang="es-P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s-PE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EF7F41C-266B-E2BE-92E4-32014C09F7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8635" y="2967334"/>
                <a:ext cx="2879763" cy="461665"/>
              </a:xfrm>
              <a:prstGeom prst="rect">
                <a:avLst/>
              </a:prstGeom>
              <a:blipFill>
                <a:blip r:embed="rId4"/>
                <a:stretch>
                  <a:fillRect b="-17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0A4BEDA-D558-F728-702E-FC42599C3F38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2537012" y="3198167"/>
            <a:ext cx="4921623" cy="809057"/>
          </a:xfrm>
          <a:prstGeom prst="line">
            <a:avLst/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EB0B37C-7864-8AB1-BF04-A0A6A9159FC6}"/>
              </a:ext>
            </a:extLst>
          </p:cNvPr>
          <p:cNvSpPr txBox="1"/>
          <p:nvPr/>
        </p:nvSpPr>
        <p:spPr>
          <a:xfrm>
            <a:off x="3039036" y="913474"/>
            <a:ext cx="28258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Optical Wireless Positioning</a:t>
            </a:r>
          </a:p>
        </p:txBody>
      </p:sp>
    </p:spTree>
    <p:extLst>
      <p:ext uri="{BB962C8B-B14F-4D97-AF65-F5344CB8AC3E}">
        <p14:creationId xmlns:p14="http://schemas.microsoft.com/office/powerpoint/2010/main" val="1693368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9B9C5-678B-4107-8506-143E16FEF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D6DC643A-DC5B-1206-4D22-69EE2CFE69C3}"/>
              </a:ext>
            </a:extLst>
          </p:cNvPr>
          <p:cNvSpPr txBox="1"/>
          <p:nvPr/>
        </p:nvSpPr>
        <p:spPr>
          <a:xfrm>
            <a:off x="273765" y="346573"/>
            <a:ext cx="10734893" cy="417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lang="en-US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My PhD</a:t>
            </a:r>
          </a:p>
        </p:txBody>
      </p:sp>
      <p:pic>
        <p:nvPicPr>
          <p:cNvPr id="6" name="power distribution">
            <a:hlinkClick r:id="" action="ppaction://media"/>
            <a:extLst>
              <a:ext uri="{FF2B5EF4-FFF2-40B4-BE49-F238E27FC236}">
                <a16:creationId xmlns:a16="http://schemas.microsoft.com/office/drawing/2014/main" id="{E5E0C92D-22AA-0C5C-1A36-025925CA71D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986609" y="1721223"/>
            <a:ext cx="4604756" cy="39883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93A23DE-772E-5E18-67F7-2464E387F9A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3910"/>
          <a:stretch>
            <a:fillRect/>
          </a:stretch>
        </p:blipFill>
        <p:spPr>
          <a:xfrm>
            <a:off x="352835" y="1721223"/>
            <a:ext cx="6047966" cy="412096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8F4B1A4-D60F-CACF-00A0-1E267A90429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263" t="9104" b="68553"/>
          <a:stretch>
            <a:fillRect/>
          </a:stretch>
        </p:blipFill>
        <p:spPr>
          <a:xfrm>
            <a:off x="2927350" y="2260600"/>
            <a:ext cx="694391" cy="9207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3E156D6-EFFD-BB69-E266-8E5496B2539F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263" t="9104" b="68553"/>
          <a:stretch>
            <a:fillRect/>
          </a:stretch>
        </p:blipFill>
        <p:spPr>
          <a:xfrm rot="1349903">
            <a:off x="2794277" y="2245807"/>
            <a:ext cx="694391" cy="92075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34BD48B-6D80-26CF-C10F-7B03FF54481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263" t="9104" b="68553"/>
          <a:stretch>
            <a:fillRect/>
          </a:stretch>
        </p:blipFill>
        <p:spPr>
          <a:xfrm rot="20290373">
            <a:off x="3046451" y="2241693"/>
            <a:ext cx="694391" cy="92075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D7154E8-15C9-5126-BBB3-30CB685A82C4}"/>
              </a:ext>
            </a:extLst>
          </p:cNvPr>
          <p:cNvSpPr txBox="1"/>
          <p:nvPr/>
        </p:nvSpPr>
        <p:spPr>
          <a:xfrm>
            <a:off x="4746811" y="4687851"/>
            <a:ext cx="2698377" cy="1823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500"/>
              </a:spcAft>
              <a:buFontTx/>
              <a:buChar char="-"/>
            </a:pPr>
            <a:r>
              <a:rPr lang="es-PE" sz="2000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Single Source</a:t>
            </a:r>
          </a:p>
          <a:p>
            <a:pPr marL="342900" indent="-342900">
              <a:spcAft>
                <a:spcPts val="500"/>
              </a:spcAft>
              <a:buFontTx/>
              <a:buChar char="-"/>
            </a:pPr>
            <a:r>
              <a:rPr lang="es-PE" sz="2000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ISAC</a:t>
            </a:r>
          </a:p>
          <a:p>
            <a:pPr marL="342900" indent="-342900">
              <a:spcAft>
                <a:spcPts val="500"/>
              </a:spcAft>
              <a:buFontTx/>
              <a:buChar char="-"/>
            </a:pPr>
            <a:r>
              <a:rPr lang="es-PE" sz="2000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Beam-steered Source</a:t>
            </a:r>
          </a:p>
          <a:p>
            <a:pPr marL="342900" indent="-342900">
              <a:spcAft>
                <a:spcPts val="500"/>
              </a:spcAft>
              <a:buFontTx/>
              <a:buChar char="-"/>
            </a:pPr>
            <a:r>
              <a:rPr lang="es-PE" sz="2000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Independant of the layout</a:t>
            </a:r>
            <a:endParaRPr lang="en-US" sz="2000" noProof="1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6280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5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16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0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A5953-91F6-508D-AF88-EC0F563EF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9D4E6E8-1A61-47F4-9CD8-EE93B6E85401}"/>
              </a:ext>
            </a:extLst>
          </p:cNvPr>
          <p:cNvSpPr txBox="1"/>
          <p:nvPr/>
        </p:nvSpPr>
        <p:spPr>
          <a:xfrm>
            <a:off x="273765" y="346573"/>
            <a:ext cx="10734893" cy="417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lang="en-US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Simulations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AF203D6-A931-1D6A-B205-0EEB9242C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6165" y="1980690"/>
            <a:ext cx="4887825" cy="333538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361DBCC-629A-8A82-4B37-EE86251B52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85" y="2070337"/>
            <a:ext cx="4499274" cy="325365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E0B588B-2918-8253-5CEC-7C5363F79BDD}"/>
              </a:ext>
            </a:extLst>
          </p:cNvPr>
          <p:cNvSpPr txBox="1"/>
          <p:nvPr/>
        </p:nvSpPr>
        <p:spPr>
          <a:xfrm>
            <a:off x="273765" y="773448"/>
            <a:ext cx="274734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2000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Performance Bounds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1520BE-DDF5-BDDB-08BD-687FA4B8A01D}"/>
              </a:ext>
            </a:extLst>
          </p:cNvPr>
          <p:cNvSpPr txBox="1"/>
          <p:nvPr/>
        </p:nvSpPr>
        <p:spPr>
          <a:xfrm>
            <a:off x="2105121" y="5641899"/>
            <a:ext cx="38400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Orientation Design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4FDBB8-5E3B-5E88-E8B8-5E3A29C7D0D9}"/>
              </a:ext>
            </a:extLst>
          </p:cNvPr>
          <p:cNvSpPr txBox="1"/>
          <p:nvPr/>
        </p:nvSpPr>
        <p:spPr>
          <a:xfrm>
            <a:off x="8307115" y="5641899"/>
            <a:ext cx="15092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Estimation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85768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2EA4D-AF2F-6129-1D7C-61AF794EE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C159B0AD-3FF2-90EF-19DB-5FCCE511CE29}"/>
              </a:ext>
            </a:extLst>
          </p:cNvPr>
          <p:cNvSpPr txBox="1"/>
          <p:nvPr/>
        </p:nvSpPr>
        <p:spPr>
          <a:xfrm>
            <a:off x="246871" y="312572"/>
            <a:ext cx="10734893" cy="417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lang="es-PE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Experimental Validation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7CB835-04B9-DD4F-83CE-2435DCC36B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9380" y="1018216"/>
            <a:ext cx="4098852" cy="543494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C5C403E-2043-486F-0690-3F7691F1DD5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096000" y="1391910"/>
            <a:ext cx="4649502" cy="4408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0609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FF162-507E-9D05-CFC9-D0C7FAE23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1CE705B-D92E-DACB-10B0-3FD4193A3A79}"/>
              </a:ext>
            </a:extLst>
          </p:cNvPr>
          <p:cNvSpPr txBox="1"/>
          <p:nvPr/>
        </p:nvSpPr>
        <p:spPr>
          <a:xfrm>
            <a:off x="246871" y="312572"/>
            <a:ext cx="10734893" cy="417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lang="en-US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Research Direction: Receiver Orientation Diversity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988B2CD-B9FC-7927-0496-34D34C42F0C7}"/>
              </a:ext>
            </a:extLst>
          </p:cNvPr>
          <p:cNvGrpSpPr/>
          <p:nvPr/>
        </p:nvGrpSpPr>
        <p:grpSpPr>
          <a:xfrm>
            <a:off x="352835" y="1721223"/>
            <a:ext cx="6047966" cy="4120963"/>
            <a:chOff x="352835" y="1721223"/>
            <a:chExt cx="6047966" cy="4120963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BB87DF4E-A4A2-10AF-E082-92C4A5D86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3910"/>
            <a:stretch>
              <a:fillRect/>
            </a:stretch>
          </p:blipFill>
          <p:spPr>
            <a:xfrm>
              <a:off x="352835" y="1721223"/>
              <a:ext cx="6047966" cy="4120963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FAA78BE-FA06-43A2-1C9E-94E3CF2591B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1263" t="9104" b="68553"/>
            <a:stretch>
              <a:fillRect/>
            </a:stretch>
          </p:blipFill>
          <p:spPr>
            <a:xfrm>
              <a:off x="2927350" y="2260600"/>
              <a:ext cx="694391" cy="920750"/>
            </a:xfrm>
            <a:prstGeom prst="rect">
              <a:avLst/>
            </a:prstGeom>
          </p:spPr>
        </p:pic>
      </p:grpSp>
      <p:pic>
        <p:nvPicPr>
          <p:cNvPr id="9" name="20260908-1531-22.8974477">
            <a:hlinkClick r:id="" action="ppaction://media"/>
            <a:extLst>
              <a:ext uri="{FF2B5EF4-FFF2-40B4-BE49-F238E27FC236}">
                <a16:creationId xmlns:a16="http://schemas.microsoft.com/office/drawing/2014/main" id="{155E63AF-39D3-74C8-0B87-D3B88FFCA20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7207811" y="2207792"/>
            <a:ext cx="3899459" cy="29026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1B9D5E3-A424-089C-1CD8-F0BCE61F3B47}"/>
              </a:ext>
            </a:extLst>
          </p:cNvPr>
          <p:cNvSpPr txBox="1"/>
          <p:nvPr/>
        </p:nvSpPr>
        <p:spPr>
          <a:xfrm>
            <a:off x="6696635" y="1013337"/>
            <a:ext cx="514253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How </a:t>
            </a:r>
            <a:r>
              <a:rPr lang="es-PE" sz="2000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should</a:t>
            </a:r>
            <a:r>
              <a:rPr lang="es-PE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receiver </a:t>
            </a:r>
            <a:r>
              <a:rPr lang="es-PE" sz="2000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orientations</a:t>
            </a:r>
            <a:r>
              <a:rPr lang="es-PE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be </a:t>
            </a:r>
            <a:r>
              <a:rPr lang="es-PE" sz="2000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designed</a:t>
            </a:r>
            <a:r>
              <a:rPr lang="es-PE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PE" sz="2000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to</a:t>
            </a:r>
            <a:r>
              <a:rPr lang="es-PE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PE" sz="2000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maximize</a:t>
            </a:r>
            <a:r>
              <a:rPr lang="es-PE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3D </a:t>
            </a:r>
            <a:r>
              <a:rPr lang="es-PE" sz="2000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positioning</a:t>
            </a:r>
            <a:r>
              <a:rPr lang="es-PE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PE" sz="2000" b="1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coverage</a:t>
            </a:r>
            <a:r>
              <a:rPr lang="es-PE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?</a:t>
            </a:r>
            <a:endParaRPr lang="en-US" sz="20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2BE059-8E2F-87E4-8ED8-5B40AD1845F0}"/>
              </a:ext>
            </a:extLst>
          </p:cNvPr>
          <p:cNvSpPr txBox="1"/>
          <p:nvPr/>
        </p:nvSpPr>
        <p:spPr>
          <a:xfrm>
            <a:off x="1992479" y="6012231"/>
            <a:ext cx="9348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FOV</a:t>
            </a:r>
          </a:p>
        </p:txBody>
      </p:sp>
    </p:spTree>
    <p:extLst>
      <p:ext uri="{BB962C8B-B14F-4D97-AF65-F5344CB8AC3E}">
        <p14:creationId xmlns:p14="http://schemas.microsoft.com/office/powerpoint/2010/main" val="777225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4543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9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57852-6F5F-2609-002E-DB1AC93B6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7D20512A-E151-8B58-03E1-E9248A34F19D}"/>
              </a:ext>
            </a:extLst>
          </p:cNvPr>
          <p:cNvSpPr txBox="1"/>
          <p:nvPr/>
        </p:nvSpPr>
        <p:spPr>
          <a:xfrm>
            <a:off x="246871" y="312572"/>
            <a:ext cx="10734893" cy="417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lang="es-PE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Related work: receiver diversity</a:t>
            </a:r>
            <a:endParaRPr lang="en-US" sz="2000" b="1" noProof="1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5306889-0953-6479-1899-B0B58B1040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197" y="1373542"/>
            <a:ext cx="5278120" cy="39674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E4DB58D-58BF-1515-BD7C-6B323C4C894F}"/>
              </a:ext>
            </a:extLst>
          </p:cNvPr>
          <p:cNvSpPr txBox="1"/>
          <p:nvPr/>
        </p:nvSpPr>
        <p:spPr>
          <a:xfrm>
            <a:off x="336197" y="5522456"/>
            <a:ext cx="52084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s-PE" sz="12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Z. Wang, 2024, “</a:t>
            </a:r>
            <a:r>
              <a:rPr lang="es-PE" sz="1200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Design</a:t>
            </a:r>
            <a:r>
              <a:rPr lang="es-PE" sz="12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and Performance </a:t>
            </a:r>
            <a:r>
              <a:rPr lang="es-PE" sz="1200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Analysis</a:t>
            </a:r>
            <a:r>
              <a:rPr lang="es-PE" sz="12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s-PE" sz="1200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for</a:t>
            </a:r>
            <a:r>
              <a:rPr lang="es-PE" sz="12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s-PE" sz="1200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Indoor</a:t>
            </a:r>
            <a:r>
              <a:rPr lang="es-PE" sz="12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Visible Light </a:t>
            </a:r>
            <a:r>
              <a:rPr lang="es-PE" sz="1200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Positioning</a:t>
            </a:r>
            <a:r>
              <a:rPr lang="es-PE" sz="12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With Single LED and Single-</a:t>
            </a:r>
            <a:r>
              <a:rPr lang="es-PE" sz="1200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Tilted</a:t>
            </a:r>
            <a:r>
              <a:rPr lang="es-PE" sz="12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-</a:t>
            </a:r>
            <a:r>
              <a:rPr lang="es-PE" sz="1200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Rotatable</a:t>
            </a:r>
            <a:r>
              <a:rPr lang="es-PE" sz="12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PD”</a:t>
            </a:r>
            <a:endParaRPr lang="es-PE" sz="12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E777EB-0E06-4162-A93A-16B73D43C387}"/>
              </a:ext>
            </a:extLst>
          </p:cNvPr>
          <p:cNvSpPr txBox="1"/>
          <p:nvPr/>
        </p:nvSpPr>
        <p:spPr>
          <a:xfrm>
            <a:off x="3869988" y="791998"/>
            <a:ext cx="53546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Category 1: Rotatable Single-PD Receivers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999F38-0519-AE0D-8395-DBD7FE89C5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3928" y="1327187"/>
            <a:ext cx="5278120" cy="40138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323DDA8-0B67-8444-0E4B-3FEA5EAEC70B}"/>
              </a:ext>
            </a:extLst>
          </p:cNvPr>
          <p:cNvSpPr txBox="1"/>
          <p:nvPr/>
        </p:nvSpPr>
        <p:spPr>
          <a:xfrm>
            <a:off x="5844988" y="5476101"/>
            <a:ext cx="6096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GB" sz="1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Summary: 2D position estimation, rotating system 1DoF, considering first-order reflections, CRLB study to choose the tilt angle and the number of samples per rotation. Regarding the 2D estimation method: LS, GWO, IGWO. Carried out in SIMULATION (CDF_90%= 11cm, testbed: 5x5x3) and EXPERIMENTALLY (APE = 0.9cm , 50 cm x 50 cm x 30 cm)</a:t>
            </a:r>
            <a:endParaRPr lang="es-PE" sz="10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03147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859D9-F074-17B2-130B-F348BF177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DAFA29A-9340-357C-2622-4AF02325FE7B}"/>
              </a:ext>
            </a:extLst>
          </p:cNvPr>
          <p:cNvSpPr txBox="1"/>
          <p:nvPr/>
        </p:nvSpPr>
        <p:spPr>
          <a:xfrm>
            <a:off x="246871" y="312572"/>
            <a:ext cx="10734893" cy="417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lang="es-PE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Related work: receiver diversity</a:t>
            </a:r>
            <a:endParaRPr lang="en-US" sz="2000" b="1" noProof="1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A640E9-C762-669A-1402-BDB3722BF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306" y="1534378"/>
            <a:ext cx="5278120" cy="39598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3AA66DB-1141-C500-036E-363F7BB27B7D}"/>
              </a:ext>
            </a:extLst>
          </p:cNvPr>
          <p:cNvSpPr txBox="1"/>
          <p:nvPr/>
        </p:nvSpPr>
        <p:spPr>
          <a:xfrm>
            <a:off x="358589" y="5630054"/>
            <a:ext cx="54953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s-PE"/>
            </a:defPPr>
            <a:lvl1pPr algn="just">
              <a:buNone/>
              <a:defRPr sz="1200" kern="10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es-PE" dirty="0"/>
              <a:t>H. Shi, 2025, “Visible Light </a:t>
            </a:r>
            <a:r>
              <a:rPr lang="es-PE" dirty="0" err="1"/>
              <a:t>Positioning</a:t>
            </a:r>
            <a:r>
              <a:rPr lang="es-PE" dirty="0"/>
              <a:t> </a:t>
            </a:r>
            <a:r>
              <a:rPr lang="es-PE" dirty="0" err="1"/>
              <a:t>Using</a:t>
            </a:r>
            <a:r>
              <a:rPr lang="es-PE" dirty="0"/>
              <a:t> a Single LED and a Single </a:t>
            </a:r>
            <a:r>
              <a:rPr lang="es-PE" dirty="0" err="1"/>
              <a:t>Rotatable</a:t>
            </a:r>
            <a:r>
              <a:rPr lang="es-PE" dirty="0"/>
              <a:t> </a:t>
            </a:r>
            <a:r>
              <a:rPr lang="es-PE" dirty="0" err="1"/>
              <a:t>Photodetector</a:t>
            </a:r>
            <a:r>
              <a:rPr lang="es-PE" dirty="0"/>
              <a:t>”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4AA80B-3E09-93F5-824A-4E8A66AC3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576" y="1253663"/>
            <a:ext cx="4545965" cy="40112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E5F23DE-8F67-53D5-1EF9-FA3D463BD4A3}"/>
              </a:ext>
            </a:extLst>
          </p:cNvPr>
          <p:cNvSpPr txBox="1"/>
          <p:nvPr/>
        </p:nvSpPr>
        <p:spPr>
          <a:xfrm>
            <a:off x="5943600" y="5373504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GB" sz="1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Summary: 2D estimation, rotating system 1DoF, first-order reflections. CRLB. Estimation method: (1) Rotatable Positioning Model RSS + geometry (2) Machine learning (trained with simulated data: 5929 sets) Random-Forest (region classification: Interior, Wall, corner) + ELM (neural network). Results:  Simulation (4m x 4m x 3.1m)  with method (1) 12cm and with method (2) APE: 1.74cm. With length=10cm.</a:t>
            </a:r>
            <a:endParaRPr lang="es-PE" sz="10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D92556-07AF-D691-8394-601B026C74CE}"/>
              </a:ext>
            </a:extLst>
          </p:cNvPr>
          <p:cNvSpPr txBox="1"/>
          <p:nvPr/>
        </p:nvSpPr>
        <p:spPr>
          <a:xfrm>
            <a:off x="3869988" y="791998"/>
            <a:ext cx="53546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Category 1: Rotatable Single-PD Receivers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3709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D6C01-0941-897A-F4CD-F2F991EF9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4D274A3E-0B7B-BC99-81DC-C7AE3EECF32D}"/>
              </a:ext>
            </a:extLst>
          </p:cNvPr>
          <p:cNvSpPr txBox="1"/>
          <p:nvPr/>
        </p:nvSpPr>
        <p:spPr>
          <a:xfrm>
            <a:off x="246871" y="312572"/>
            <a:ext cx="10734893" cy="417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lang="es-PE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Related work: receiver diversity</a:t>
            </a:r>
            <a:endParaRPr lang="en-US" sz="2000" b="1" noProof="1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770E45-0EB3-AF18-995A-4FEE11C7BC14}"/>
              </a:ext>
            </a:extLst>
          </p:cNvPr>
          <p:cNvSpPr txBox="1"/>
          <p:nvPr/>
        </p:nvSpPr>
        <p:spPr>
          <a:xfrm>
            <a:off x="336197" y="5522456"/>
            <a:ext cx="52084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US" sz="12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S. Ma, 2024, “Centimeter-Level 3-D Mobile Online Visible Light Positioning System With Single LED Lamp”</a:t>
            </a:r>
            <a:endParaRPr lang="es-PE" sz="12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A6A0FC-0FCA-0562-AFD7-95571539137C}"/>
              </a:ext>
            </a:extLst>
          </p:cNvPr>
          <p:cNvSpPr txBox="1"/>
          <p:nvPr/>
        </p:nvSpPr>
        <p:spPr>
          <a:xfrm>
            <a:off x="6024283" y="5476838"/>
            <a:ext cx="54953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s-PE"/>
            </a:defPPr>
            <a:lvl1pPr algn="just">
              <a:buNone/>
              <a:defRPr sz="1200" kern="10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es-PE" dirty="0"/>
              <a:t>Qin L., 2021, “</a:t>
            </a:r>
            <a:r>
              <a:rPr lang="en-US" dirty="0"/>
              <a:t>High precision indoor positioning algorithm of single LED lamp based on A-Bayes</a:t>
            </a:r>
            <a:r>
              <a:rPr lang="es-PE" dirty="0"/>
              <a:t>”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41AECC-4984-143C-32AF-1C68F15C86D5}"/>
              </a:ext>
            </a:extLst>
          </p:cNvPr>
          <p:cNvSpPr txBox="1"/>
          <p:nvPr/>
        </p:nvSpPr>
        <p:spPr>
          <a:xfrm>
            <a:off x="4125811" y="853298"/>
            <a:ext cx="51910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Category 2: Multi-PD Receivers (“static”)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495100-0D7C-EF5C-F161-10D7593EB4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197" y="1548424"/>
            <a:ext cx="5278120" cy="374205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5D4FE1-8E25-F804-54B9-B05D3ABEDB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1356" y="1657080"/>
            <a:ext cx="3858163" cy="352474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871011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D6685-F4F3-2A6C-194D-202297153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90D574-36D6-3B2D-66A9-9EFE0D6E3522}"/>
              </a:ext>
            </a:extLst>
          </p:cNvPr>
          <p:cNvSpPr txBox="1"/>
          <p:nvPr/>
        </p:nvSpPr>
        <p:spPr>
          <a:xfrm>
            <a:off x="728553" y="3011129"/>
            <a:ext cx="10734893" cy="417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lang="es-PE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Interactive Virtual Testbed</a:t>
            </a:r>
            <a:endParaRPr lang="en-US" sz="2000" b="1" noProof="1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88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8894F-2920-7256-1533-49DCB82E3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AB051F-7C72-8BCE-0F22-BEA448BED606}"/>
              </a:ext>
            </a:extLst>
          </p:cNvPr>
          <p:cNvSpPr txBox="1"/>
          <p:nvPr/>
        </p:nvSpPr>
        <p:spPr>
          <a:xfrm>
            <a:off x="585117" y="1998118"/>
            <a:ext cx="10734893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Tx/>
              <a:buChar char="-"/>
            </a:pPr>
            <a:r>
              <a:rPr lang="es-PE" sz="2000" b="1" dirty="0"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3D </a:t>
            </a:r>
            <a:r>
              <a:rPr lang="es-PE" sz="2000" b="1" dirty="0" err="1"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coverage</a:t>
            </a:r>
            <a:r>
              <a:rPr lang="es-PE" sz="2000" b="1" dirty="0"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000" b="1" dirty="0" err="1"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es-PE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s-P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Optimize</a:t>
            </a:r>
            <a:r>
              <a:rPr lang="es-P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receiver </a:t>
            </a:r>
            <a:r>
              <a:rPr lang="es-PE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orientations</a:t>
            </a:r>
            <a:r>
              <a:rPr lang="es-P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</a:t>
            </a:r>
            <a:r>
              <a:rPr lang="es-P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maximize</a:t>
            </a:r>
            <a:r>
              <a:rPr lang="es-P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es-P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3D </a:t>
            </a:r>
            <a:r>
              <a:rPr lang="es-PE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region</a:t>
            </a:r>
            <a:r>
              <a:rPr lang="es-P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where</a:t>
            </a:r>
            <a:r>
              <a:rPr lang="es-P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target </a:t>
            </a:r>
            <a:r>
              <a:rPr lang="es-PE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s-P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es-P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can be </a:t>
            </a:r>
            <a:r>
              <a:rPr lang="es-PE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achieved</a:t>
            </a:r>
            <a:r>
              <a:rPr lang="es-P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lvl="0" indent="-342900">
              <a:buFontTx/>
              <a:buChar char="-"/>
            </a:pPr>
            <a:endParaRPr lang="es-P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Tx/>
              <a:buChar char="-"/>
            </a:pPr>
            <a:r>
              <a:rPr lang="es-PE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Accuracy-oriented</a:t>
            </a:r>
            <a:r>
              <a:rPr lang="es-PE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design</a:t>
            </a:r>
            <a:r>
              <a:rPr lang="es-PE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s-P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Jointly</a:t>
            </a:r>
            <a:r>
              <a:rPr lang="es-P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optimize</a:t>
            </a:r>
            <a:r>
              <a:rPr lang="es-P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es-P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3D </a:t>
            </a:r>
            <a:r>
              <a:rPr lang="es-PE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estimator</a:t>
            </a:r>
            <a:r>
              <a:rPr lang="es-P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s-PE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es-P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2-DoF receiver </a:t>
            </a:r>
            <a:r>
              <a:rPr lang="es-PE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orientations</a:t>
            </a:r>
            <a:r>
              <a:rPr lang="es-P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</a:t>
            </a:r>
            <a:r>
              <a:rPr lang="es-PE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benchmark</a:t>
            </a:r>
            <a:r>
              <a:rPr lang="es-P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against</a:t>
            </a:r>
            <a:r>
              <a:rPr lang="es-P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state</a:t>
            </a:r>
            <a:r>
              <a:rPr lang="es-P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s-PE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es-P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s-PE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es-P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-art </a:t>
            </a:r>
            <a:r>
              <a:rPr lang="es-PE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methods</a:t>
            </a:r>
            <a:r>
              <a:rPr lang="es-P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under</a:t>
            </a:r>
            <a:r>
              <a:rPr lang="es-P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identical</a:t>
            </a:r>
            <a:r>
              <a:rPr lang="es-P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conditions</a:t>
            </a:r>
            <a:r>
              <a:rPr lang="es-P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lvl="0" indent="-342900">
              <a:buFontTx/>
              <a:buChar char="-"/>
            </a:pPr>
            <a:endParaRPr lang="es-P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Tx/>
              <a:buChar char="-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Receiver-side diversity study: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Systematically investigate and compare different receiver-diversity mechanisms, and develop a new diversity strategy optimized specifically for positioning.</a:t>
            </a:r>
            <a:endParaRPr lang="es-P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F43F4F-5DA0-A171-DC0F-01B6CBBE1A67}"/>
              </a:ext>
            </a:extLst>
          </p:cNvPr>
          <p:cNvSpPr txBox="1"/>
          <p:nvPr/>
        </p:nvSpPr>
        <p:spPr>
          <a:xfrm>
            <a:off x="728553" y="593321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Potential directions: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68776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1228</TotalTime>
  <Words>418</Words>
  <Application>Microsoft Office PowerPoint</Application>
  <PresentationFormat>Widescreen</PresentationFormat>
  <Paragraphs>40</Paragraphs>
  <Slides>11</Slides>
  <Notes>2</Notes>
  <HiddenSlides>0</HiddenSlides>
  <MMClips>2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Kevin Acuna</dc:creator>
  <cp:lastModifiedBy>Kevin Acuna</cp:lastModifiedBy>
  <cp:revision>11</cp:revision>
  <dcterms:created xsi:type="dcterms:W3CDTF">2026-03-12T22:45:35Z</dcterms:created>
  <dcterms:modified xsi:type="dcterms:W3CDTF">2026-09-09T13:22:02Z</dcterms:modified>
</cp:coreProperties>
</file>