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2" r:id="rId2"/>
    <p:sldId id="320" r:id="rId3"/>
    <p:sldId id="331" r:id="rId4"/>
    <p:sldId id="332" r:id="rId5"/>
    <p:sldId id="295" r:id="rId6"/>
    <p:sldId id="329" r:id="rId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D5B35-7714-4B07-988C-BEDD5B79BED2}" v="189" dt="2026-09-02T23:19:04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cuna" userId="5683d4edbda9c6c8" providerId="LiveId" clId="{BB6E8D10-B0B7-4D0C-99A1-D653A4E0B537}"/>
    <pc:docChg chg="undo redo custSel addSld delSld modSld sldOrd">
      <pc:chgData name="Kevin Acuna" userId="5683d4edbda9c6c8" providerId="LiveId" clId="{BB6E8D10-B0B7-4D0C-99A1-D653A4E0B537}" dt="2026-09-04T10:53:07.418" v="7491" actId="1076"/>
      <pc:docMkLst>
        <pc:docMk/>
      </pc:docMkLst>
      <pc:sldChg chg="modSp mod">
        <pc:chgData name="Kevin Acuna" userId="5683d4edbda9c6c8" providerId="LiveId" clId="{BB6E8D10-B0B7-4D0C-99A1-D653A4E0B537}" dt="2026-09-02T19:41:36.073" v="5552" actId="20577"/>
        <pc:sldMkLst>
          <pc:docMk/>
          <pc:sldMk cId="416678127" sldId="262"/>
        </pc:sldMkLst>
        <pc:spChg chg="mod">
          <ac:chgData name="Kevin Acuna" userId="5683d4edbda9c6c8" providerId="LiveId" clId="{BB6E8D10-B0B7-4D0C-99A1-D653A4E0B537}" dt="2026-09-02T19:41:05.329" v="5543" actId="20577"/>
          <ac:spMkLst>
            <pc:docMk/>
            <pc:sldMk cId="416678127" sldId="262"/>
            <ac:spMk id="2" creationId="{85D2F076-956A-92DF-AB04-997BDDE83A99}"/>
          </ac:spMkLst>
        </pc:spChg>
        <pc:spChg chg="mod">
          <ac:chgData name="Kevin Acuna" userId="5683d4edbda9c6c8" providerId="LiveId" clId="{BB6E8D10-B0B7-4D0C-99A1-D653A4E0B537}" dt="2026-09-02T19:41:36.073" v="5552" actId="20577"/>
          <ac:spMkLst>
            <pc:docMk/>
            <pc:sldMk cId="416678127" sldId="262"/>
            <ac:spMk id="6" creationId="{2F881085-F5CC-00A1-CEF2-8854209942BA}"/>
          </ac:spMkLst>
        </pc:spChg>
      </pc:sldChg>
      <pc:sldChg chg="addSp delSp modSp add mod ord delAnim modAnim">
        <pc:chgData name="Kevin Acuna" userId="5683d4edbda9c6c8" providerId="LiveId" clId="{BB6E8D10-B0B7-4D0C-99A1-D653A4E0B537}" dt="2026-09-02T20:55:27.202" v="6551" actId="20577"/>
        <pc:sldMkLst>
          <pc:docMk/>
          <pc:sldMk cId="322116709" sldId="280"/>
        </pc:sldMkLst>
        <pc:spChg chg="mod">
          <ac:chgData name="Kevin Acuna" userId="5683d4edbda9c6c8" providerId="LiveId" clId="{BB6E8D10-B0B7-4D0C-99A1-D653A4E0B537}" dt="2026-09-02T20:46:57.311" v="6403" actId="113"/>
          <ac:spMkLst>
            <pc:docMk/>
            <pc:sldMk cId="322116709" sldId="280"/>
            <ac:spMk id="6" creationId="{9717677A-5397-B515-75C2-DA5BC3EAC683}"/>
          </ac:spMkLst>
        </pc:spChg>
        <pc:spChg chg="add mod">
          <ac:chgData name="Kevin Acuna" userId="5683d4edbda9c6c8" providerId="LiveId" clId="{BB6E8D10-B0B7-4D0C-99A1-D653A4E0B537}" dt="2026-09-02T20:45:15.480" v="6383"/>
          <ac:spMkLst>
            <pc:docMk/>
            <pc:sldMk cId="322116709" sldId="280"/>
            <ac:spMk id="12" creationId="{8889AD41-151A-2B5C-3FE7-7113C43D7139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15" creationId="{71D98D5B-B62B-334C-8F8F-CE32970377C9}"/>
          </ac:spMkLst>
        </pc:spChg>
        <pc:spChg chg="add mod">
          <ac:chgData name="Kevin Acuna" userId="5683d4edbda9c6c8" providerId="LiveId" clId="{BB6E8D10-B0B7-4D0C-99A1-D653A4E0B537}" dt="2026-09-02T20:55:05.854" v="6541" actId="20577"/>
          <ac:spMkLst>
            <pc:docMk/>
            <pc:sldMk cId="322116709" sldId="280"/>
            <ac:spMk id="16" creationId="{333140BF-85A8-3E8B-63E1-66820C05E4FB}"/>
          </ac:spMkLst>
        </pc:spChg>
        <pc:spChg chg="add mod">
          <ac:chgData name="Kevin Acuna" userId="5683d4edbda9c6c8" providerId="LiveId" clId="{BB6E8D10-B0B7-4D0C-99A1-D653A4E0B537}" dt="2026-09-02T20:45:18.042" v="6384"/>
          <ac:spMkLst>
            <pc:docMk/>
            <pc:sldMk cId="322116709" sldId="280"/>
            <ac:spMk id="23" creationId="{8EF5AE4A-415D-D8D5-20AB-9D950DB51D4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24" creationId="{9A0120BC-4D2B-4C14-CC2F-45443BEABABD}"/>
          </ac:spMkLst>
        </pc:spChg>
        <pc:spChg chg="add mod">
          <ac:chgData name="Kevin Acuna" userId="5683d4edbda9c6c8" providerId="LiveId" clId="{BB6E8D10-B0B7-4D0C-99A1-D653A4E0B537}" dt="2026-09-02T20:55:25.196" v="6549" actId="20577"/>
          <ac:spMkLst>
            <pc:docMk/>
            <pc:sldMk cId="322116709" sldId="280"/>
            <ac:spMk id="25" creationId="{B6DD8725-7F9B-711D-D5B7-8B6B1607ADE8}"/>
          </ac:spMkLst>
        </pc:spChg>
        <pc:spChg chg="add mod">
          <ac:chgData name="Kevin Acuna" userId="5683d4edbda9c6c8" providerId="LiveId" clId="{BB6E8D10-B0B7-4D0C-99A1-D653A4E0B537}" dt="2026-09-02T20:45:20.192" v="6385"/>
          <ac:spMkLst>
            <pc:docMk/>
            <pc:sldMk cId="322116709" sldId="280"/>
            <ac:spMk id="29" creationId="{0F53DC2F-B13B-B974-424E-7599C055D8C5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0" creationId="{8CAFC23E-2915-966E-B526-7D05BD36842C}"/>
          </ac:spMkLst>
        </pc:spChg>
        <pc:spChg chg="add mod">
          <ac:chgData name="Kevin Acuna" userId="5683d4edbda9c6c8" providerId="LiveId" clId="{BB6E8D10-B0B7-4D0C-99A1-D653A4E0B537}" dt="2026-09-02T20:55:27.202" v="6551" actId="20577"/>
          <ac:spMkLst>
            <pc:docMk/>
            <pc:sldMk cId="322116709" sldId="280"/>
            <ac:spMk id="31" creationId="{A3DC29FB-8D4F-D904-9CCB-E563C4B6E2D9}"/>
          </ac:spMkLst>
        </pc:spChg>
        <pc:spChg chg="add mod">
          <ac:chgData name="Kevin Acuna" userId="5683d4edbda9c6c8" providerId="LiveId" clId="{BB6E8D10-B0B7-4D0C-99A1-D653A4E0B537}" dt="2026-09-02T20:05:30.701" v="5856" actId="1076"/>
          <ac:spMkLst>
            <pc:docMk/>
            <pc:sldMk cId="322116709" sldId="280"/>
            <ac:spMk id="34" creationId="{83343EC6-DD31-AB52-E908-0F92E555A5B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7" creationId="{A548D204-8023-45E2-A801-2702FF11C431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9" creationId="{14BDA790-BA68-C987-1F54-5458C9CD7C30}"/>
          </ac:spMkLst>
        </pc:spChg>
        <pc:spChg chg="add mod">
          <ac:chgData name="Kevin Acuna" userId="5683d4edbda9c6c8" providerId="LiveId" clId="{BB6E8D10-B0B7-4D0C-99A1-D653A4E0B537}" dt="2026-09-02T20:08:29.771" v="5929" actId="1076"/>
          <ac:spMkLst>
            <pc:docMk/>
            <pc:sldMk cId="322116709" sldId="280"/>
            <ac:spMk id="41" creationId="{76D54004-6FCA-7AD9-6883-009B787210B7}"/>
          </ac:spMkLst>
        </pc:spChg>
        <pc:cxnChg chg="add">
          <ac:chgData name="Kevin Acuna" userId="5683d4edbda9c6c8" providerId="LiveId" clId="{BB6E8D10-B0B7-4D0C-99A1-D653A4E0B537}" dt="2026-09-02T20:03:30.257" v="5814" actId="11529"/>
          <ac:cxnSpMkLst>
            <pc:docMk/>
            <pc:sldMk cId="322116709" sldId="280"/>
            <ac:cxnSpMk id="19" creationId="{A33CD2CD-ACDF-4E64-0883-CEAB35295C52}"/>
          </ac:cxnSpMkLst>
        </pc:cxnChg>
        <pc:cxnChg chg="add mod">
          <ac:chgData name="Kevin Acuna" userId="5683d4edbda9c6c8" providerId="LiveId" clId="{BB6E8D10-B0B7-4D0C-99A1-D653A4E0B537}" dt="2026-09-02T20:51:24.189" v="6425" actId="14100"/>
          <ac:cxnSpMkLst>
            <pc:docMk/>
            <pc:sldMk cId="322116709" sldId="280"/>
            <ac:cxnSpMk id="21" creationId="{26CC6A03-6601-A0C6-B25D-1EC32D28605D}"/>
          </ac:cxnSpMkLst>
        </pc:cxnChg>
        <pc:cxnChg chg="add mod">
          <ac:chgData name="Kevin Acuna" userId="5683d4edbda9c6c8" providerId="LiveId" clId="{BB6E8D10-B0B7-4D0C-99A1-D653A4E0B537}" dt="2026-09-02T20:03:50.086" v="5817" actId="571"/>
          <ac:cxnSpMkLst>
            <pc:docMk/>
            <pc:sldMk cId="322116709" sldId="280"/>
            <ac:cxnSpMk id="27" creationId="{B7687A5F-00DF-E84A-DF6A-D0118D004A53}"/>
          </ac:cxnSpMkLst>
        </pc:cxnChg>
        <pc:cxnChg chg="add mod">
          <ac:chgData name="Kevin Acuna" userId="5683d4edbda9c6c8" providerId="LiveId" clId="{BB6E8D10-B0B7-4D0C-99A1-D653A4E0B537}" dt="2026-09-02T20:51:31.075" v="6437" actId="14100"/>
          <ac:cxnSpMkLst>
            <pc:docMk/>
            <pc:sldMk cId="322116709" sldId="280"/>
            <ac:cxnSpMk id="28" creationId="{D7C17652-D6D3-5A99-CC80-82F775E1DFA2}"/>
          </ac:cxnSpMkLst>
        </pc:cxnChg>
        <pc:cxnChg chg="add mod">
          <ac:chgData name="Kevin Acuna" userId="5683d4edbda9c6c8" providerId="LiveId" clId="{BB6E8D10-B0B7-4D0C-99A1-D653A4E0B537}" dt="2026-09-02T20:04:17.461" v="5832" actId="1076"/>
          <ac:cxnSpMkLst>
            <pc:docMk/>
            <pc:sldMk cId="322116709" sldId="280"/>
            <ac:cxnSpMk id="32" creationId="{D9479752-E02A-13F3-ECB8-BCEA240C14E8}"/>
          </ac:cxnSpMkLst>
        </pc:cxnChg>
        <pc:cxnChg chg="add mod">
          <ac:chgData name="Kevin Acuna" userId="5683d4edbda9c6c8" providerId="LiveId" clId="{BB6E8D10-B0B7-4D0C-99A1-D653A4E0B537}" dt="2026-09-02T20:51:37.107" v="6449" actId="14100"/>
          <ac:cxnSpMkLst>
            <pc:docMk/>
            <pc:sldMk cId="322116709" sldId="280"/>
            <ac:cxnSpMk id="33" creationId="{6D753A82-8844-69E6-AB2A-6DFA3F16B98C}"/>
          </ac:cxnSpMkLst>
        </pc:cxnChg>
        <pc:cxnChg chg="add mod">
          <ac:chgData name="Kevin Acuna" userId="5683d4edbda9c6c8" providerId="LiveId" clId="{BB6E8D10-B0B7-4D0C-99A1-D653A4E0B537}" dt="2026-09-02T20:08:23.923" v="5928" actId="693"/>
          <ac:cxnSpMkLst>
            <pc:docMk/>
            <pc:sldMk cId="322116709" sldId="280"/>
            <ac:cxnSpMk id="43" creationId="{AB87CEC3-4FEA-0F15-639B-30BC707B2F20}"/>
          </ac:cxnSpMkLst>
        </pc:cxnChg>
      </pc:sldChg>
      <pc:sldChg chg="addSp delSp modSp add mod ord addAnim delAnim modAnim">
        <pc:chgData name="Kevin Acuna" userId="5683d4edbda9c6c8" providerId="LiveId" clId="{BB6E8D10-B0B7-4D0C-99A1-D653A4E0B537}" dt="2026-09-04T10:53:07.418" v="7491" actId="1076"/>
        <pc:sldMkLst>
          <pc:docMk/>
          <pc:sldMk cId="2839153030" sldId="281"/>
        </pc:sldMkLst>
        <pc:spChg chg="mod">
          <ac:chgData name="Kevin Acuna" userId="5683d4edbda9c6c8" providerId="LiveId" clId="{BB6E8D10-B0B7-4D0C-99A1-D653A4E0B537}" dt="2026-09-02T23:25:55.705" v="7486" actId="1076"/>
          <ac:spMkLst>
            <pc:docMk/>
            <pc:sldMk cId="2839153030" sldId="281"/>
            <ac:spMk id="6" creationId="{64019DF9-E55A-3C86-7853-170AD227A0F5}"/>
          </ac:spMkLst>
        </pc:spChg>
        <pc:spChg chg="add mod">
          <ac:chgData name="Kevin Acuna" userId="5683d4edbda9c6c8" providerId="LiveId" clId="{BB6E8D10-B0B7-4D0C-99A1-D653A4E0B537}" dt="2026-09-04T10:03:11.260" v="7490" actId="20577"/>
          <ac:spMkLst>
            <pc:docMk/>
            <pc:sldMk cId="2839153030" sldId="281"/>
            <ac:spMk id="15" creationId="{09B2069D-E217-D132-7047-744A61AF6E4B}"/>
          </ac:spMkLst>
        </pc:spChg>
        <pc:spChg chg="add mod">
          <ac:chgData name="Kevin Acuna" userId="5683d4edbda9c6c8" providerId="LiveId" clId="{BB6E8D10-B0B7-4D0C-99A1-D653A4E0B537}" dt="2026-09-04T10:03:08.274" v="7488" actId="20577"/>
          <ac:spMkLst>
            <pc:docMk/>
            <pc:sldMk cId="2839153030" sldId="281"/>
            <ac:spMk id="16" creationId="{F87D35CD-8B02-3EAA-DD1A-C1304F665703}"/>
          </ac:spMkLst>
        </pc:spChg>
        <pc:spChg chg="add mod">
          <ac:chgData name="Kevin Acuna" userId="5683d4edbda9c6c8" providerId="LiveId" clId="{BB6E8D10-B0B7-4D0C-99A1-D653A4E0B537}" dt="2026-09-02T23:21:44.980" v="7459" actId="1076"/>
          <ac:spMkLst>
            <pc:docMk/>
            <pc:sldMk cId="2839153030" sldId="281"/>
            <ac:spMk id="18" creationId="{BB4A858C-F597-DC6C-F758-F440065FBB11}"/>
          </ac:spMkLst>
        </pc:spChg>
        <pc:spChg chg="add mod">
          <ac:chgData name="Kevin Acuna" userId="5683d4edbda9c6c8" providerId="LiveId" clId="{BB6E8D10-B0B7-4D0C-99A1-D653A4E0B537}" dt="2026-09-02T23:20:49.467" v="7413" actId="1076"/>
          <ac:spMkLst>
            <pc:docMk/>
            <pc:sldMk cId="2839153030" sldId="281"/>
            <ac:spMk id="23" creationId="{4773EEAB-BF13-E447-8238-07F6F72234F0}"/>
          </ac:spMkLst>
        </pc:spChg>
        <pc:picChg chg="add mod modCrop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4" creationId="{DDB00CA1-6FA9-BFE0-F2D9-D31BC68D5227}"/>
          </ac:picMkLst>
        </pc:picChg>
        <pc:picChg chg="add mod">
          <ac:chgData name="Kevin Acuna" userId="5683d4edbda9c6c8" providerId="LiveId" clId="{BB6E8D10-B0B7-4D0C-99A1-D653A4E0B537}" dt="2026-09-04T10:53:07.418" v="7491" actId="1076"/>
          <ac:picMkLst>
            <pc:docMk/>
            <pc:sldMk cId="2839153030" sldId="281"/>
            <ac:picMk id="10" creationId="{7DA63480-46F3-1723-F994-52F477EF4AC3}"/>
          </ac:picMkLst>
        </pc:picChg>
        <pc:picChg chg="add mod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13" creationId="{E8994B52-A189-319E-65AD-16BA53CCFF6B}"/>
          </ac:picMkLst>
        </pc:picChg>
        <pc:picChg chg="add mod modCrop">
          <ac:chgData name="Kevin Acuna" userId="5683d4edbda9c6c8" providerId="LiveId" clId="{BB6E8D10-B0B7-4D0C-99A1-D653A4E0B537}" dt="2026-09-02T23:20:49.467" v="7413" actId="1076"/>
          <ac:picMkLst>
            <pc:docMk/>
            <pc:sldMk cId="2839153030" sldId="281"/>
            <ac:picMk id="21" creationId="{0ABCF754-3BF3-3C00-68CF-2DB9319F3097}"/>
          </ac:picMkLst>
        </pc:picChg>
      </pc:sldChg>
      <pc:sldChg chg="addSp delSp modSp add mod delAnim">
        <pc:chgData name="Kevin Acuna" userId="5683d4edbda9c6c8" providerId="LiveId" clId="{BB6E8D10-B0B7-4D0C-99A1-D653A4E0B537}" dt="2026-09-02T21:07:40.335" v="6732" actId="1076"/>
        <pc:sldMkLst>
          <pc:docMk/>
          <pc:sldMk cId="2014622290" sldId="282"/>
        </pc:sldMkLst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5" creationId="{BE50EC6A-EBB0-8EAB-A859-DF16724967F6}"/>
          </ac:spMkLst>
        </pc:spChg>
        <pc:spChg chg="mod">
          <ac:chgData name="Kevin Acuna" userId="5683d4edbda9c6c8" providerId="LiveId" clId="{BB6E8D10-B0B7-4D0C-99A1-D653A4E0B537}" dt="2026-09-02T20:40:01.365" v="6367" actId="20577"/>
          <ac:spMkLst>
            <pc:docMk/>
            <pc:sldMk cId="2014622290" sldId="282"/>
            <ac:spMk id="6" creationId="{A33ADE85-2AAF-4CA6-824E-A4C1F14F5990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9" creationId="{43D0DDE2-5755-D26E-8638-D625A0069143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10" creationId="{E86B920A-F687-2DDE-CE9E-F3DA17DD132F}"/>
          </ac:spMkLst>
        </pc:spChg>
        <pc:picChg chg="add mod">
          <ac:chgData name="Kevin Acuna" userId="5683d4edbda9c6c8" providerId="LiveId" clId="{BB6E8D10-B0B7-4D0C-99A1-D653A4E0B537}" dt="2026-09-02T21:07:40.335" v="6732" actId="1076"/>
          <ac:picMkLst>
            <pc:docMk/>
            <pc:sldMk cId="2014622290" sldId="282"/>
            <ac:picMk id="141" creationId="{30E847ED-0E0E-A533-0938-73E4F8D7DFB4}"/>
          </ac:picMkLst>
        </pc:pic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3" creationId="{9C72E5DC-884C-CF9A-8352-F0A8E530D7FB}"/>
          </ac:cxnSpMkLst>
        </pc:cxn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4" creationId="{CBD4C0AD-5E48-39F4-398F-317B7B9C4436}"/>
          </ac:cxnSpMkLst>
        </pc:cxnChg>
      </pc:sldChg>
      <pc:sldChg chg="addSp delSp modSp add mod">
        <pc:chgData name="Kevin Acuna" userId="5683d4edbda9c6c8" providerId="LiveId" clId="{BB6E8D10-B0B7-4D0C-99A1-D653A4E0B537}" dt="2026-09-02T22:40:06.627" v="7201" actId="1076"/>
        <pc:sldMkLst>
          <pc:docMk/>
          <pc:sldMk cId="290291624" sldId="283"/>
        </pc:sldMkLst>
        <pc:spChg chg="add mod">
          <ac:chgData name="Kevin Acuna" userId="5683d4edbda9c6c8" providerId="LiveId" clId="{BB6E8D10-B0B7-4D0C-99A1-D653A4E0B537}" dt="2026-09-02T22:40:06.627" v="7201" actId="1076"/>
          <ac:spMkLst>
            <pc:docMk/>
            <pc:sldMk cId="290291624" sldId="283"/>
            <ac:spMk id="4" creationId="{B02DAEF6-C1D6-CB06-2F69-F88C59DE139A}"/>
          </ac:spMkLst>
        </pc:spChg>
        <pc:spChg chg="mod">
          <ac:chgData name="Kevin Acuna" userId="5683d4edbda9c6c8" providerId="LiveId" clId="{BB6E8D10-B0B7-4D0C-99A1-D653A4E0B537}" dt="2026-09-02T21:17:40.599" v="7046" actId="1076"/>
          <ac:spMkLst>
            <pc:docMk/>
            <pc:sldMk cId="290291624" sldId="283"/>
            <ac:spMk id="6" creationId="{7C44C57D-AE62-0B77-BB3E-D315FF9F40F2}"/>
          </ac:spMkLst>
        </pc:spChg>
        <pc:spChg chg="add mod">
          <ac:chgData name="Kevin Acuna" userId="5683d4edbda9c6c8" providerId="LiveId" clId="{BB6E8D10-B0B7-4D0C-99A1-D653A4E0B537}" dt="2026-09-02T22:39:49.115" v="7194" actId="1076"/>
          <ac:spMkLst>
            <pc:docMk/>
            <pc:sldMk cId="290291624" sldId="283"/>
            <ac:spMk id="7" creationId="{8D254462-E60A-BDD0-95E2-8BB676F62F47}"/>
          </ac:spMkLst>
        </pc:spChg>
        <pc:spChg chg="add mod">
          <ac:chgData name="Kevin Acuna" userId="5683d4edbda9c6c8" providerId="LiveId" clId="{BB6E8D10-B0B7-4D0C-99A1-D653A4E0B537}" dt="2026-09-02T22:39:57.259" v="7197" actId="1076"/>
          <ac:spMkLst>
            <pc:docMk/>
            <pc:sldMk cId="290291624" sldId="283"/>
            <ac:spMk id="8" creationId="{95EC3E36-2083-BCA4-066F-B07923B4FD7E}"/>
          </ac:spMkLst>
        </pc:spChg>
        <pc:spChg chg="add mod">
          <ac:chgData name="Kevin Acuna" userId="5683d4edbda9c6c8" providerId="LiveId" clId="{BB6E8D10-B0B7-4D0C-99A1-D653A4E0B537}" dt="2026-09-02T22:39:45.412" v="7192" actId="1076"/>
          <ac:spMkLst>
            <pc:docMk/>
            <pc:sldMk cId="290291624" sldId="283"/>
            <ac:spMk id="12" creationId="{AAFD4F49-FA71-C6E0-D5D1-7FEB35E38ACC}"/>
          </ac:spMkLst>
        </pc:spChg>
        <pc:spChg chg="add mod">
          <ac:chgData name="Kevin Acuna" userId="5683d4edbda9c6c8" providerId="LiveId" clId="{BB6E8D10-B0B7-4D0C-99A1-D653A4E0B537}" dt="2026-09-02T21:27:41.564" v="7166" actId="1076"/>
          <ac:spMkLst>
            <pc:docMk/>
            <pc:sldMk cId="290291624" sldId="283"/>
            <ac:spMk id="15" creationId="{9A4651D5-3609-A117-4C37-4ED4DA0E6778}"/>
          </ac:spMkLst>
        </pc:spChg>
        <pc:spChg chg="add mod">
          <ac:chgData name="Kevin Acuna" userId="5683d4edbda9c6c8" providerId="LiveId" clId="{BB6E8D10-B0B7-4D0C-99A1-D653A4E0B537}" dt="2026-09-02T21:24:07.115" v="7143" actId="1076"/>
          <ac:spMkLst>
            <pc:docMk/>
            <pc:sldMk cId="290291624" sldId="283"/>
            <ac:spMk id="17" creationId="{61451B54-A6AF-C4BD-9B0C-2715D997F66B}"/>
          </ac:spMkLst>
        </pc:spChg>
      </pc:sldChg>
      <pc:sldChg chg="delSp modSp add mod">
        <pc:chgData name="Kevin Acuna" userId="5683d4edbda9c6c8" providerId="LiveId" clId="{BB6E8D10-B0B7-4D0C-99A1-D653A4E0B537}" dt="2026-09-02T22:38:59.859" v="7186" actId="1076"/>
        <pc:sldMkLst>
          <pc:docMk/>
          <pc:sldMk cId="9188766" sldId="284"/>
        </pc:sldMkLst>
        <pc:spChg chg="mod">
          <ac:chgData name="Kevin Acuna" userId="5683d4edbda9c6c8" providerId="LiveId" clId="{BB6E8D10-B0B7-4D0C-99A1-D653A4E0B537}" dt="2026-09-02T22:38:59.859" v="7186" actId="1076"/>
          <ac:spMkLst>
            <pc:docMk/>
            <pc:sldMk cId="9188766" sldId="284"/>
            <ac:spMk id="6" creationId="{E9830936-D28A-4FE1-23C9-2B743FD98008}"/>
          </ac:spMkLst>
        </pc:spChg>
      </pc:sldChg>
      <pc:sldChg chg="add">
        <pc:chgData name="Kevin Acuna" userId="5683d4edbda9c6c8" providerId="LiveId" clId="{BB6E8D10-B0B7-4D0C-99A1-D653A4E0B537}" dt="2026-09-02T22:40:21.248" v="7202"/>
        <pc:sldMkLst>
          <pc:docMk/>
          <pc:sldMk cId="3293126737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4095B-8959-4EE4-8DC9-932FD41429AE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22C25-C9DE-4678-B4C7-389B73BD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1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67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EBC8-1888-4E98-4D01-A0743E98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C6C04-AA24-FB22-25E3-EE61155EF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42BDC-F15E-7198-DE52-170281C60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BBC94-C15F-2646-9EF3-59704EAF5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60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4521C-C9F6-4306-FAA4-892AB9D3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12B11-CE9F-F529-80A7-A3417D0A0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F62CA-D2C4-6575-D6CC-96117EEA2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41C62-7903-2AC9-1744-2D7D96748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42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D01E-5335-2AE5-1074-646E7AE92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A68D7-445E-40CB-3604-7CB72B50B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D8F2-3725-6AB4-0593-04D19B5F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EB26E-9079-6CDC-411C-F35D094A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24333-0715-0A05-715A-FCD4D5B5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2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6DCC-5B8A-4A36-393B-C7861DBE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A62B-C5A1-67E5-88AE-6758248EB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FBC3-5BAF-0A45-325C-4F5741AC8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B7C7B-7734-545E-BF56-6FB4C3AD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3BE1D-7704-3A71-C65A-51DDBD2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6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3EA2-15CD-9209-F001-069279C4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335B3-E474-4EBF-07C3-66B3740B8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03559-F371-1C72-50E5-DF07650F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E6531-110E-3787-6971-5372866D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C968-A2B4-B1FC-0556-1158A305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1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9987-A8A6-1809-DC47-A3E9A5B2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ACDEC-0560-D517-354D-7198503A5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88697-79BD-3062-BB51-5858A3BB6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AFD57-96D5-BEA6-5BF7-01C33011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759D-22ED-950A-1DFE-7721430A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4E457-B6E9-CE05-337C-BA1D3CF0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4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6364-7164-6F91-D5C1-5829F04F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2708-1206-24CC-1E92-3D8DEE16F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618F2-E1D7-58E4-A81E-137839773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8920E-91DE-B857-B5F1-15CF8BE36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53D95-6ACB-37BD-99EA-3853F96C1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6A9E3-429D-8715-1FD4-610F5422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F9045-01D5-BB1C-293A-0F42E57A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96D7B-1861-398A-B896-5AD533FE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3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91E3-BE1C-A7C8-C797-B9C5F166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5C156-7467-FEA1-20FC-73274AEA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AD4B0-54C3-0BE7-05A7-42974774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079DB-B150-6A75-748A-937B4B46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2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B24E9-4019-0DA1-405B-2403B81F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C5D79-648E-023C-4973-E814FD0D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FED09-E907-FA71-CDC2-ABF6B6DB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8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493D-F8D7-14DC-A663-D3B3B57C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6AF1-7845-96B7-3D68-AA9E89B09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6DF52-8F88-9A69-66E3-9ECEC3174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61654-B57B-5CE0-87CF-7F13C206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CC174-5008-3FBB-C9C7-76D49E2D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36988-0835-34DF-124D-D4705F5C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9228-D169-35C4-E93F-EB2B0309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DC5EC-0EB0-CC87-5B34-C25B3BA03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4E5CE-582A-D86C-9A96-92889E66C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19EED-821F-B97B-F651-B3EF51E9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B41ED-BB30-33A1-EA97-BC08D97A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761AD-27E8-2EEF-726E-0C12A9A9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50E1-23C1-9759-8356-D4519A2F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A057E-2EF9-BD0E-58C8-02CDCDC58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FD95-27E8-D350-649B-52902A7E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B16FE-4E43-23EA-4E93-511BEA32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0B5E-B50B-D63F-D074-34D24C54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5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FF931-A1ED-83A3-D0FA-E3C8D5F42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4020B-1E37-1DBC-2221-F672A979A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5B9E1-CA40-B88D-696A-B10FF1EC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4B8A-9F15-E270-FC4C-BEF0D5A2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D8302-EF11-2AC6-2960-6281D711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9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F3CD1-E57A-62D5-35CB-10BEE1E1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B00A-E026-797A-3BC0-A99DFE65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D14BE-77EA-8D31-D1B4-AE2A6BD58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61FF3-9A1C-4617-855B-3BFD31F444A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CA7CA-7859-3988-F44F-252ABEF6A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84684-415C-0963-4181-17DAC8AFC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3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2F076-956A-92DF-AB04-997BDDE83A99}"/>
              </a:ext>
            </a:extLst>
          </p:cNvPr>
          <p:cNvSpPr txBox="1"/>
          <p:nvPr/>
        </p:nvSpPr>
        <p:spPr>
          <a:xfrm>
            <a:off x="5529207" y="4667944"/>
            <a:ext cx="1120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23/09/2026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242AF-0538-C79E-B0F5-5D562077E0FC}"/>
              </a:ext>
            </a:extLst>
          </p:cNvPr>
          <p:cNvSpPr txBox="1"/>
          <p:nvPr/>
        </p:nvSpPr>
        <p:spPr>
          <a:xfrm>
            <a:off x="4679511" y="4411566"/>
            <a:ext cx="2829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noProof="1">
                <a:solidFill>
                  <a:srgbClr val="2977A0"/>
                </a:solidFill>
                <a:latin typeface="Times New Roman" panose="02020603050405020304" pitchFamily="18" charset="0"/>
                <a:ea typeface="Open Sans Light" pitchFamily="2" charset="0"/>
                <a:cs typeface="Times New Roman" panose="02020603050405020304" pitchFamily="18" charset="0"/>
              </a:rPr>
              <a:t>Kevin Jose ACUNA CONDORI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70B12-D6B4-E180-B835-4BBE25F6AE07}"/>
              </a:ext>
            </a:extLst>
          </p:cNvPr>
          <p:cNvSpPr txBox="1"/>
          <p:nvPr/>
        </p:nvSpPr>
        <p:spPr>
          <a:xfrm>
            <a:off x="2577695" y="3278033"/>
            <a:ext cx="7032994" cy="42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Single-Source 3D Optical Wireless Positioning</a:t>
            </a:r>
          </a:p>
        </p:txBody>
      </p:sp>
    </p:spTree>
    <p:extLst>
      <p:ext uri="{BB962C8B-B14F-4D97-AF65-F5344CB8AC3E}">
        <p14:creationId xmlns:p14="http://schemas.microsoft.com/office/powerpoint/2010/main" val="41667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F162-507E-9D05-CFC9-D0C7FAE2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A7A9682-31D4-026E-36C2-5F23074A0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382" y="1064643"/>
            <a:ext cx="8742499" cy="4940991"/>
          </a:xfrm>
          <a:prstGeom prst="rect">
            <a:avLst/>
          </a:prstGeom>
        </p:spPr>
      </p:pic>
      <p:pic>
        <p:nvPicPr>
          <p:cNvPr id="4" name="Picture 3" descr="Thorlabs Amplified Photodiode - PDA100A2 | MEETOPTICS">
            <a:extLst>
              <a:ext uri="{FF2B5EF4-FFF2-40B4-BE49-F238E27FC236}">
                <a16:creationId xmlns:a16="http://schemas.microsoft.com/office/drawing/2014/main" id="{D9628C5D-2E1B-6EBC-A82E-A35339978B0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886" y="1779631"/>
            <a:ext cx="3511016" cy="35110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2247E1-AFFE-466E-6363-625960C3559E}"/>
                  </a:ext>
                </a:extLst>
              </p:cNvPr>
              <p:cNvSpPr txBox="1"/>
              <p:nvPr/>
            </p:nvSpPr>
            <p:spPr>
              <a:xfrm>
                <a:off x="6838242" y="1548798"/>
                <a:ext cx="1157368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40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2247E1-AFFE-466E-6363-625960C35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42" y="1548798"/>
                <a:ext cx="1157368" cy="461665"/>
              </a:xfrm>
              <a:prstGeom prst="rect">
                <a:avLst/>
              </a:prstGeom>
              <a:blipFill>
                <a:blip r:embed="rId5"/>
                <a:stretch>
                  <a:fillRect r="-521" b="-1410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A6A647A-10A3-7388-DA2E-C6443213EB96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RESPONSIVITY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8FAD56-B5FE-C274-CB79-8064BB922C4B}"/>
                  </a:ext>
                </a:extLst>
              </p:cNvPr>
              <p:cNvSpPr txBox="1"/>
              <p:nvPr/>
            </p:nvSpPr>
            <p:spPr>
              <a:xfrm>
                <a:off x="9668540" y="4659551"/>
                <a:ext cx="1524071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  <m:sup>
                          <m:sSub>
                            <m:sSubPr>
                              <m:ctrlP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8FAD56-B5FE-C274-CB79-8064BB922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540" y="4659551"/>
                <a:ext cx="1524071" cy="461665"/>
              </a:xfrm>
              <a:prstGeom prst="rect">
                <a:avLst/>
              </a:prstGeom>
              <a:blipFill>
                <a:blip r:embed="rId6"/>
                <a:stretch>
                  <a:fillRect b="-1410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1B946A-1256-F1F3-52A2-D612B6601CB6}"/>
                  </a:ext>
                </a:extLst>
              </p:cNvPr>
              <p:cNvSpPr txBox="1"/>
              <p:nvPr/>
            </p:nvSpPr>
            <p:spPr>
              <a:xfrm>
                <a:off x="6843504" y="3991816"/>
                <a:ext cx="1352037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s-PE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1B946A-1256-F1F3-52A2-D612B6601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504" y="3991816"/>
                <a:ext cx="1352037" cy="461665"/>
              </a:xfrm>
              <a:prstGeom prst="rect">
                <a:avLst/>
              </a:prstGeom>
              <a:blipFill>
                <a:blip r:embed="rId7"/>
                <a:stretch>
                  <a:fillRect b="-1410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3C1F9FE-C1DD-4CD9-B024-C0410E03AA5C}"/>
              </a:ext>
            </a:extLst>
          </p:cNvPr>
          <p:cNvSpPr txBox="1"/>
          <p:nvPr/>
        </p:nvSpPr>
        <p:spPr>
          <a:xfrm>
            <a:off x="8134506" y="1612837"/>
            <a:ext cx="3835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Conventional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accurate</a:t>
            </a:r>
            <a:endParaRPr lang="es-PE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D10EA8-3D31-C7ED-F396-CB3D570B4A04}"/>
              </a:ext>
            </a:extLst>
          </p:cNvPr>
          <p:cNvSpPr txBox="1"/>
          <p:nvPr/>
        </p:nvSpPr>
        <p:spPr>
          <a:xfrm>
            <a:off x="9340532" y="4222648"/>
            <a:ext cx="2851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Generalizable and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clean</a:t>
            </a:r>
            <a:endParaRPr lang="es-PE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386614-5219-1DEB-CC62-68D1D0FFF7A2}"/>
              </a:ext>
            </a:extLst>
          </p:cNvPr>
          <p:cNvSpPr txBox="1"/>
          <p:nvPr/>
        </p:nvSpPr>
        <p:spPr>
          <a:xfrm>
            <a:off x="4170388" y="3594190"/>
            <a:ext cx="4147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Most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accurate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standard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C07689-0575-22ED-D66A-EAA6600403FC}"/>
                  </a:ext>
                </a:extLst>
              </p:cNvPr>
              <p:cNvSpPr txBox="1"/>
              <p:nvPr/>
            </p:nvSpPr>
            <p:spPr>
              <a:xfrm>
                <a:off x="8734106" y="6200984"/>
                <a:ext cx="798617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s-PE" sz="240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s-PE" sz="2400" b="0" i="0" smtClean="0">
                          <a:latin typeface="Cambria Math" panose="02040503050406030204" pitchFamily="18" charset="0"/>
                        </a:rPr>
                        <m:t>OV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C07689-0575-22ED-D66A-EAA660040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106" y="6200984"/>
                <a:ext cx="79861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A9FF456-098B-FE08-6360-02FD52CB95DB}"/>
              </a:ext>
            </a:extLst>
          </p:cNvPr>
          <p:cNvCxnSpPr>
            <a:cxnSpLocks/>
          </p:cNvCxnSpPr>
          <p:nvPr/>
        </p:nvCxnSpPr>
        <p:spPr>
          <a:xfrm>
            <a:off x="9532723" y="5504330"/>
            <a:ext cx="0" cy="115831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822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3EEC-99A0-76EA-05A2-8FB899C6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A0D00-40C8-FA7F-BF87-834737BDA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038" y="252636"/>
            <a:ext cx="9992627" cy="62467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B650CC-32C5-2217-FC2E-F1E2AE195470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3D RMS PEB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74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0AABB-70E0-C863-4E52-35DD9E290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7FAEFD-B8C0-07FF-B081-42B4E5AEE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44" y="194707"/>
            <a:ext cx="10295880" cy="64685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B4336E-E349-7B62-52FD-8709CC084661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COVERAGE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5A42562-E526-A8B1-8826-8D823659DA31}"/>
              </a:ext>
            </a:extLst>
          </p:cNvPr>
          <p:cNvSpPr/>
          <p:nvPr/>
        </p:nvSpPr>
        <p:spPr>
          <a:xfrm>
            <a:off x="6983506" y="5961529"/>
            <a:ext cx="582706" cy="57374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53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A93DC-FDAE-101A-01A9-DE9540104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28EF1-C4AE-5202-DCC8-E35C178AF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057" y="320394"/>
            <a:ext cx="7506895" cy="6217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54EF24-B82E-5968-48EB-163E8681E742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3D DESIGN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FE88A0-9651-8E91-8015-4828F5672631}"/>
              </a:ext>
            </a:extLst>
          </p:cNvPr>
          <p:cNvCxnSpPr>
            <a:cxnSpLocks/>
          </p:cNvCxnSpPr>
          <p:nvPr/>
        </p:nvCxnSpPr>
        <p:spPr>
          <a:xfrm>
            <a:off x="1721224" y="1281953"/>
            <a:ext cx="2348752" cy="8426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11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AAFA01-269B-112A-6B4D-7B407D873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62" b="8628"/>
          <a:stretch>
            <a:fillRect/>
          </a:stretch>
        </p:blipFill>
        <p:spPr>
          <a:xfrm>
            <a:off x="3239" y="1272988"/>
            <a:ext cx="12185522" cy="499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94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</TotalTime>
  <Words>39</Words>
  <Application>Microsoft Office PowerPoint</Application>
  <PresentationFormat>Widescreen</PresentationFormat>
  <Paragraphs>17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24</cp:revision>
  <dcterms:created xsi:type="dcterms:W3CDTF">2026-03-12T22:45:35Z</dcterms:created>
  <dcterms:modified xsi:type="dcterms:W3CDTF">2026-09-27T22:33:29Z</dcterms:modified>
</cp:coreProperties>
</file>