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2" r:id="rId2"/>
    <p:sldId id="336" r:id="rId3"/>
    <p:sldId id="331" r:id="rId4"/>
    <p:sldId id="332" r:id="rId5"/>
    <p:sldId id="333" r:id="rId6"/>
    <p:sldId id="335" r:id="rId7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9D5B35-7714-4B07-988C-BEDD5B79BED2}" v="189" dt="2026-09-02T23:19:04.4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Acuna" userId="5683d4edbda9c6c8" providerId="LiveId" clId="{BB6E8D10-B0B7-4D0C-99A1-D653A4E0B537}"/>
    <pc:docChg chg="undo redo custSel addSld delSld modSld sldOrd">
      <pc:chgData name="Kevin Acuna" userId="5683d4edbda9c6c8" providerId="LiveId" clId="{BB6E8D10-B0B7-4D0C-99A1-D653A4E0B537}" dt="2026-09-04T10:53:07.418" v="7491" actId="1076"/>
      <pc:docMkLst>
        <pc:docMk/>
      </pc:docMkLst>
      <pc:sldChg chg="modSp mod">
        <pc:chgData name="Kevin Acuna" userId="5683d4edbda9c6c8" providerId="LiveId" clId="{BB6E8D10-B0B7-4D0C-99A1-D653A4E0B537}" dt="2026-09-02T19:41:36.073" v="5552" actId="20577"/>
        <pc:sldMkLst>
          <pc:docMk/>
          <pc:sldMk cId="416678127" sldId="262"/>
        </pc:sldMkLst>
        <pc:spChg chg="mod">
          <ac:chgData name="Kevin Acuna" userId="5683d4edbda9c6c8" providerId="LiveId" clId="{BB6E8D10-B0B7-4D0C-99A1-D653A4E0B537}" dt="2026-09-02T19:41:05.329" v="5543" actId="20577"/>
          <ac:spMkLst>
            <pc:docMk/>
            <pc:sldMk cId="416678127" sldId="262"/>
            <ac:spMk id="2" creationId="{85D2F076-956A-92DF-AB04-997BDDE83A99}"/>
          </ac:spMkLst>
        </pc:spChg>
        <pc:spChg chg="mod">
          <ac:chgData name="Kevin Acuna" userId="5683d4edbda9c6c8" providerId="LiveId" clId="{BB6E8D10-B0B7-4D0C-99A1-D653A4E0B537}" dt="2026-09-02T19:41:36.073" v="5552" actId="20577"/>
          <ac:spMkLst>
            <pc:docMk/>
            <pc:sldMk cId="416678127" sldId="262"/>
            <ac:spMk id="6" creationId="{2F881085-F5CC-00A1-CEF2-8854209942BA}"/>
          </ac:spMkLst>
        </pc:spChg>
      </pc:sldChg>
      <pc:sldChg chg="addSp delSp modSp add mod ord delAnim modAnim">
        <pc:chgData name="Kevin Acuna" userId="5683d4edbda9c6c8" providerId="LiveId" clId="{BB6E8D10-B0B7-4D0C-99A1-D653A4E0B537}" dt="2026-09-02T20:55:27.202" v="6551" actId="20577"/>
        <pc:sldMkLst>
          <pc:docMk/>
          <pc:sldMk cId="322116709" sldId="280"/>
        </pc:sldMkLst>
        <pc:spChg chg="mod">
          <ac:chgData name="Kevin Acuna" userId="5683d4edbda9c6c8" providerId="LiveId" clId="{BB6E8D10-B0B7-4D0C-99A1-D653A4E0B537}" dt="2026-09-02T20:46:57.311" v="6403" actId="113"/>
          <ac:spMkLst>
            <pc:docMk/>
            <pc:sldMk cId="322116709" sldId="280"/>
            <ac:spMk id="6" creationId="{9717677A-5397-B515-75C2-DA5BC3EAC683}"/>
          </ac:spMkLst>
        </pc:spChg>
        <pc:spChg chg="add mod">
          <ac:chgData name="Kevin Acuna" userId="5683d4edbda9c6c8" providerId="LiveId" clId="{BB6E8D10-B0B7-4D0C-99A1-D653A4E0B537}" dt="2026-09-02T20:45:15.480" v="6383"/>
          <ac:spMkLst>
            <pc:docMk/>
            <pc:sldMk cId="322116709" sldId="280"/>
            <ac:spMk id="12" creationId="{8889AD41-151A-2B5C-3FE7-7113C43D7139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15" creationId="{71D98D5B-B62B-334C-8F8F-CE32970377C9}"/>
          </ac:spMkLst>
        </pc:spChg>
        <pc:spChg chg="add mod">
          <ac:chgData name="Kevin Acuna" userId="5683d4edbda9c6c8" providerId="LiveId" clId="{BB6E8D10-B0B7-4D0C-99A1-D653A4E0B537}" dt="2026-09-02T20:55:05.854" v="6541" actId="20577"/>
          <ac:spMkLst>
            <pc:docMk/>
            <pc:sldMk cId="322116709" sldId="280"/>
            <ac:spMk id="16" creationId="{333140BF-85A8-3E8B-63E1-66820C05E4FB}"/>
          </ac:spMkLst>
        </pc:spChg>
        <pc:spChg chg="add mod">
          <ac:chgData name="Kevin Acuna" userId="5683d4edbda9c6c8" providerId="LiveId" clId="{BB6E8D10-B0B7-4D0C-99A1-D653A4E0B537}" dt="2026-09-02T20:45:18.042" v="6384"/>
          <ac:spMkLst>
            <pc:docMk/>
            <pc:sldMk cId="322116709" sldId="280"/>
            <ac:spMk id="23" creationId="{8EF5AE4A-415D-D8D5-20AB-9D950DB51D4A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24" creationId="{9A0120BC-4D2B-4C14-CC2F-45443BEABABD}"/>
          </ac:spMkLst>
        </pc:spChg>
        <pc:spChg chg="add mod">
          <ac:chgData name="Kevin Acuna" userId="5683d4edbda9c6c8" providerId="LiveId" clId="{BB6E8D10-B0B7-4D0C-99A1-D653A4E0B537}" dt="2026-09-02T20:55:25.196" v="6549" actId="20577"/>
          <ac:spMkLst>
            <pc:docMk/>
            <pc:sldMk cId="322116709" sldId="280"/>
            <ac:spMk id="25" creationId="{B6DD8725-7F9B-711D-D5B7-8B6B1607ADE8}"/>
          </ac:spMkLst>
        </pc:spChg>
        <pc:spChg chg="add mod">
          <ac:chgData name="Kevin Acuna" userId="5683d4edbda9c6c8" providerId="LiveId" clId="{BB6E8D10-B0B7-4D0C-99A1-D653A4E0B537}" dt="2026-09-02T20:45:20.192" v="6385"/>
          <ac:spMkLst>
            <pc:docMk/>
            <pc:sldMk cId="322116709" sldId="280"/>
            <ac:spMk id="29" creationId="{0F53DC2F-B13B-B974-424E-7599C055D8C5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0" creationId="{8CAFC23E-2915-966E-B526-7D05BD36842C}"/>
          </ac:spMkLst>
        </pc:spChg>
        <pc:spChg chg="add mod">
          <ac:chgData name="Kevin Acuna" userId="5683d4edbda9c6c8" providerId="LiveId" clId="{BB6E8D10-B0B7-4D0C-99A1-D653A4E0B537}" dt="2026-09-02T20:55:27.202" v="6551" actId="20577"/>
          <ac:spMkLst>
            <pc:docMk/>
            <pc:sldMk cId="322116709" sldId="280"/>
            <ac:spMk id="31" creationId="{A3DC29FB-8D4F-D904-9CCB-E563C4B6E2D9}"/>
          </ac:spMkLst>
        </pc:spChg>
        <pc:spChg chg="add mod">
          <ac:chgData name="Kevin Acuna" userId="5683d4edbda9c6c8" providerId="LiveId" clId="{BB6E8D10-B0B7-4D0C-99A1-D653A4E0B537}" dt="2026-09-02T20:05:30.701" v="5856" actId="1076"/>
          <ac:spMkLst>
            <pc:docMk/>
            <pc:sldMk cId="322116709" sldId="280"/>
            <ac:spMk id="34" creationId="{83343EC6-DD31-AB52-E908-0F92E555A5BA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7" creationId="{A548D204-8023-45E2-A801-2702FF11C431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9" creationId="{14BDA790-BA68-C987-1F54-5458C9CD7C30}"/>
          </ac:spMkLst>
        </pc:spChg>
        <pc:spChg chg="add mod">
          <ac:chgData name="Kevin Acuna" userId="5683d4edbda9c6c8" providerId="LiveId" clId="{BB6E8D10-B0B7-4D0C-99A1-D653A4E0B537}" dt="2026-09-02T20:08:29.771" v="5929" actId="1076"/>
          <ac:spMkLst>
            <pc:docMk/>
            <pc:sldMk cId="322116709" sldId="280"/>
            <ac:spMk id="41" creationId="{76D54004-6FCA-7AD9-6883-009B787210B7}"/>
          </ac:spMkLst>
        </pc:spChg>
        <pc:cxnChg chg="add">
          <ac:chgData name="Kevin Acuna" userId="5683d4edbda9c6c8" providerId="LiveId" clId="{BB6E8D10-B0B7-4D0C-99A1-D653A4E0B537}" dt="2026-09-02T20:03:30.257" v="5814" actId="11529"/>
          <ac:cxnSpMkLst>
            <pc:docMk/>
            <pc:sldMk cId="322116709" sldId="280"/>
            <ac:cxnSpMk id="19" creationId="{A33CD2CD-ACDF-4E64-0883-CEAB35295C52}"/>
          </ac:cxnSpMkLst>
        </pc:cxnChg>
        <pc:cxnChg chg="add mod">
          <ac:chgData name="Kevin Acuna" userId="5683d4edbda9c6c8" providerId="LiveId" clId="{BB6E8D10-B0B7-4D0C-99A1-D653A4E0B537}" dt="2026-09-02T20:51:24.189" v="6425" actId="14100"/>
          <ac:cxnSpMkLst>
            <pc:docMk/>
            <pc:sldMk cId="322116709" sldId="280"/>
            <ac:cxnSpMk id="21" creationId="{26CC6A03-6601-A0C6-B25D-1EC32D28605D}"/>
          </ac:cxnSpMkLst>
        </pc:cxnChg>
        <pc:cxnChg chg="add mod">
          <ac:chgData name="Kevin Acuna" userId="5683d4edbda9c6c8" providerId="LiveId" clId="{BB6E8D10-B0B7-4D0C-99A1-D653A4E0B537}" dt="2026-09-02T20:03:50.086" v="5817" actId="571"/>
          <ac:cxnSpMkLst>
            <pc:docMk/>
            <pc:sldMk cId="322116709" sldId="280"/>
            <ac:cxnSpMk id="27" creationId="{B7687A5F-00DF-E84A-DF6A-D0118D004A53}"/>
          </ac:cxnSpMkLst>
        </pc:cxnChg>
        <pc:cxnChg chg="add mod">
          <ac:chgData name="Kevin Acuna" userId="5683d4edbda9c6c8" providerId="LiveId" clId="{BB6E8D10-B0B7-4D0C-99A1-D653A4E0B537}" dt="2026-09-02T20:51:31.075" v="6437" actId="14100"/>
          <ac:cxnSpMkLst>
            <pc:docMk/>
            <pc:sldMk cId="322116709" sldId="280"/>
            <ac:cxnSpMk id="28" creationId="{D7C17652-D6D3-5A99-CC80-82F775E1DFA2}"/>
          </ac:cxnSpMkLst>
        </pc:cxnChg>
        <pc:cxnChg chg="add mod">
          <ac:chgData name="Kevin Acuna" userId="5683d4edbda9c6c8" providerId="LiveId" clId="{BB6E8D10-B0B7-4D0C-99A1-D653A4E0B537}" dt="2026-09-02T20:04:17.461" v="5832" actId="1076"/>
          <ac:cxnSpMkLst>
            <pc:docMk/>
            <pc:sldMk cId="322116709" sldId="280"/>
            <ac:cxnSpMk id="32" creationId="{D9479752-E02A-13F3-ECB8-BCEA240C14E8}"/>
          </ac:cxnSpMkLst>
        </pc:cxnChg>
        <pc:cxnChg chg="add mod">
          <ac:chgData name="Kevin Acuna" userId="5683d4edbda9c6c8" providerId="LiveId" clId="{BB6E8D10-B0B7-4D0C-99A1-D653A4E0B537}" dt="2026-09-02T20:51:37.107" v="6449" actId="14100"/>
          <ac:cxnSpMkLst>
            <pc:docMk/>
            <pc:sldMk cId="322116709" sldId="280"/>
            <ac:cxnSpMk id="33" creationId="{6D753A82-8844-69E6-AB2A-6DFA3F16B98C}"/>
          </ac:cxnSpMkLst>
        </pc:cxnChg>
        <pc:cxnChg chg="add mod">
          <ac:chgData name="Kevin Acuna" userId="5683d4edbda9c6c8" providerId="LiveId" clId="{BB6E8D10-B0B7-4D0C-99A1-D653A4E0B537}" dt="2026-09-02T20:08:23.923" v="5928" actId="693"/>
          <ac:cxnSpMkLst>
            <pc:docMk/>
            <pc:sldMk cId="322116709" sldId="280"/>
            <ac:cxnSpMk id="43" creationId="{AB87CEC3-4FEA-0F15-639B-30BC707B2F20}"/>
          </ac:cxnSpMkLst>
        </pc:cxnChg>
      </pc:sldChg>
      <pc:sldChg chg="addSp delSp modSp add mod ord addAnim delAnim modAnim">
        <pc:chgData name="Kevin Acuna" userId="5683d4edbda9c6c8" providerId="LiveId" clId="{BB6E8D10-B0B7-4D0C-99A1-D653A4E0B537}" dt="2026-09-04T10:53:07.418" v="7491" actId="1076"/>
        <pc:sldMkLst>
          <pc:docMk/>
          <pc:sldMk cId="2839153030" sldId="281"/>
        </pc:sldMkLst>
        <pc:spChg chg="mod">
          <ac:chgData name="Kevin Acuna" userId="5683d4edbda9c6c8" providerId="LiveId" clId="{BB6E8D10-B0B7-4D0C-99A1-D653A4E0B537}" dt="2026-09-02T23:25:55.705" v="7486" actId="1076"/>
          <ac:spMkLst>
            <pc:docMk/>
            <pc:sldMk cId="2839153030" sldId="281"/>
            <ac:spMk id="6" creationId="{64019DF9-E55A-3C86-7853-170AD227A0F5}"/>
          </ac:spMkLst>
        </pc:spChg>
        <pc:spChg chg="add mod">
          <ac:chgData name="Kevin Acuna" userId="5683d4edbda9c6c8" providerId="LiveId" clId="{BB6E8D10-B0B7-4D0C-99A1-D653A4E0B537}" dt="2026-09-04T10:03:11.260" v="7490" actId="20577"/>
          <ac:spMkLst>
            <pc:docMk/>
            <pc:sldMk cId="2839153030" sldId="281"/>
            <ac:spMk id="15" creationId="{09B2069D-E217-D132-7047-744A61AF6E4B}"/>
          </ac:spMkLst>
        </pc:spChg>
        <pc:spChg chg="add mod">
          <ac:chgData name="Kevin Acuna" userId="5683d4edbda9c6c8" providerId="LiveId" clId="{BB6E8D10-B0B7-4D0C-99A1-D653A4E0B537}" dt="2026-09-04T10:03:08.274" v="7488" actId="20577"/>
          <ac:spMkLst>
            <pc:docMk/>
            <pc:sldMk cId="2839153030" sldId="281"/>
            <ac:spMk id="16" creationId="{F87D35CD-8B02-3EAA-DD1A-C1304F665703}"/>
          </ac:spMkLst>
        </pc:spChg>
        <pc:spChg chg="add mod">
          <ac:chgData name="Kevin Acuna" userId="5683d4edbda9c6c8" providerId="LiveId" clId="{BB6E8D10-B0B7-4D0C-99A1-D653A4E0B537}" dt="2026-09-02T23:21:44.980" v="7459" actId="1076"/>
          <ac:spMkLst>
            <pc:docMk/>
            <pc:sldMk cId="2839153030" sldId="281"/>
            <ac:spMk id="18" creationId="{BB4A858C-F597-DC6C-F758-F440065FBB11}"/>
          </ac:spMkLst>
        </pc:spChg>
        <pc:spChg chg="add mod">
          <ac:chgData name="Kevin Acuna" userId="5683d4edbda9c6c8" providerId="LiveId" clId="{BB6E8D10-B0B7-4D0C-99A1-D653A4E0B537}" dt="2026-09-02T23:20:49.467" v="7413" actId="1076"/>
          <ac:spMkLst>
            <pc:docMk/>
            <pc:sldMk cId="2839153030" sldId="281"/>
            <ac:spMk id="23" creationId="{4773EEAB-BF13-E447-8238-07F6F72234F0}"/>
          </ac:spMkLst>
        </pc:spChg>
        <pc:picChg chg="add mod modCrop">
          <ac:chgData name="Kevin Acuna" userId="5683d4edbda9c6c8" providerId="LiveId" clId="{BB6E8D10-B0B7-4D0C-99A1-D653A4E0B537}" dt="2026-09-02T23:14:55.117" v="7386" actId="1076"/>
          <ac:picMkLst>
            <pc:docMk/>
            <pc:sldMk cId="2839153030" sldId="281"/>
            <ac:picMk id="4" creationId="{DDB00CA1-6FA9-BFE0-F2D9-D31BC68D5227}"/>
          </ac:picMkLst>
        </pc:picChg>
        <pc:picChg chg="add mod">
          <ac:chgData name="Kevin Acuna" userId="5683d4edbda9c6c8" providerId="LiveId" clId="{BB6E8D10-B0B7-4D0C-99A1-D653A4E0B537}" dt="2026-09-04T10:53:07.418" v="7491" actId="1076"/>
          <ac:picMkLst>
            <pc:docMk/>
            <pc:sldMk cId="2839153030" sldId="281"/>
            <ac:picMk id="10" creationId="{7DA63480-46F3-1723-F994-52F477EF4AC3}"/>
          </ac:picMkLst>
        </pc:picChg>
        <pc:picChg chg="add mod">
          <ac:chgData name="Kevin Acuna" userId="5683d4edbda9c6c8" providerId="LiveId" clId="{BB6E8D10-B0B7-4D0C-99A1-D653A4E0B537}" dt="2026-09-02T23:14:55.117" v="7386" actId="1076"/>
          <ac:picMkLst>
            <pc:docMk/>
            <pc:sldMk cId="2839153030" sldId="281"/>
            <ac:picMk id="13" creationId="{E8994B52-A189-319E-65AD-16BA53CCFF6B}"/>
          </ac:picMkLst>
        </pc:picChg>
        <pc:picChg chg="add mod modCrop">
          <ac:chgData name="Kevin Acuna" userId="5683d4edbda9c6c8" providerId="LiveId" clId="{BB6E8D10-B0B7-4D0C-99A1-D653A4E0B537}" dt="2026-09-02T23:20:49.467" v="7413" actId="1076"/>
          <ac:picMkLst>
            <pc:docMk/>
            <pc:sldMk cId="2839153030" sldId="281"/>
            <ac:picMk id="21" creationId="{0ABCF754-3BF3-3C00-68CF-2DB9319F3097}"/>
          </ac:picMkLst>
        </pc:picChg>
      </pc:sldChg>
      <pc:sldChg chg="addSp delSp modSp add mod delAnim">
        <pc:chgData name="Kevin Acuna" userId="5683d4edbda9c6c8" providerId="LiveId" clId="{BB6E8D10-B0B7-4D0C-99A1-D653A4E0B537}" dt="2026-09-02T21:07:40.335" v="6732" actId="1076"/>
        <pc:sldMkLst>
          <pc:docMk/>
          <pc:sldMk cId="2014622290" sldId="282"/>
        </pc:sldMkLst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5" creationId="{BE50EC6A-EBB0-8EAB-A859-DF16724967F6}"/>
          </ac:spMkLst>
        </pc:spChg>
        <pc:spChg chg="mod">
          <ac:chgData name="Kevin Acuna" userId="5683d4edbda9c6c8" providerId="LiveId" clId="{BB6E8D10-B0B7-4D0C-99A1-D653A4E0B537}" dt="2026-09-02T20:40:01.365" v="6367" actId="20577"/>
          <ac:spMkLst>
            <pc:docMk/>
            <pc:sldMk cId="2014622290" sldId="282"/>
            <ac:spMk id="6" creationId="{A33ADE85-2AAF-4CA6-824E-A4C1F14F5990}"/>
          </ac:spMkLst>
        </pc:spChg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9" creationId="{43D0DDE2-5755-D26E-8638-D625A0069143}"/>
          </ac:spMkLst>
        </pc:spChg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10" creationId="{E86B920A-F687-2DDE-CE9E-F3DA17DD132F}"/>
          </ac:spMkLst>
        </pc:spChg>
        <pc:picChg chg="add mod">
          <ac:chgData name="Kevin Acuna" userId="5683d4edbda9c6c8" providerId="LiveId" clId="{BB6E8D10-B0B7-4D0C-99A1-D653A4E0B537}" dt="2026-09-02T21:07:40.335" v="6732" actId="1076"/>
          <ac:picMkLst>
            <pc:docMk/>
            <pc:sldMk cId="2014622290" sldId="282"/>
            <ac:picMk id="141" creationId="{30E847ED-0E0E-A533-0938-73E4F8D7DFB4}"/>
          </ac:picMkLst>
        </pc:picChg>
        <pc:cxnChg chg="add mod">
          <ac:chgData name="Kevin Acuna" userId="5683d4edbda9c6c8" providerId="LiveId" clId="{BB6E8D10-B0B7-4D0C-99A1-D653A4E0B537}" dt="2026-09-02T21:07:21.415" v="6725" actId="1076"/>
          <ac:cxnSpMkLst>
            <pc:docMk/>
            <pc:sldMk cId="2014622290" sldId="282"/>
            <ac:cxnSpMk id="13" creationId="{9C72E5DC-884C-CF9A-8352-F0A8E530D7FB}"/>
          </ac:cxnSpMkLst>
        </pc:cxnChg>
        <pc:cxnChg chg="add mod">
          <ac:chgData name="Kevin Acuna" userId="5683d4edbda9c6c8" providerId="LiveId" clId="{BB6E8D10-B0B7-4D0C-99A1-D653A4E0B537}" dt="2026-09-02T21:07:21.415" v="6725" actId="1076"/>
          <ac:cxnSpMkLst>
            <pc:docMk/>
            <pc:sldMk cId="2014622290" sldId="282"/>
            <ac:cxnSpMk id="14" creationId="{CBD4C0AD-5E48-39F4-398F-317B7B9C4436}"/>
          </ac:cxnSpMkLst>
        </pc:cxnChg>
      </pc:sldChg>
      <pc:sldChg chg="addSp delSp modSp add mod">
        <pc:chgData name="Kevin Acuna" userId="5683d4edbda9c6c8" providerId="LiveId" clId="{BB6E8D10-B0B7-4D0C-99A1-D653A4E0B537}" dt="2026-09-02T22:40:06.627" v="7201" actId="1076"/>
        <pc:sldMkLst>
          <pc:docMk/>
          <pc:sldMk cId="290291624" sldId="283"/>
        </pc:sldMkLst>
        <pc:spChg chg="add mod">
          <ac:chgData name="Kevin Acuna" userId="5683d4edbda9c6c8" providerId="LiveId" clId="{BB6E8D10-B0B7-4D0C-99A1-D653A4E0B537}" dt="2026-09-02T22:40:06.627" v="7201" actId="1076"/>
          <ac:spMkLst>
            <pc:docMk/>
            <pc:sldMk cId="290291624" sldId="283"/>
            <ac:spMk id="4" creationId="{B02DAEF6-C1D6-CB06-2F69-F88C59DE139A}"/>
          </ac:spMkLst>
        </pc:spChg>
        <pc:spChg chg="mod">
          <ac:chgData name="Kevin Acuna" userId="5683d4edbda9c6c8" providerId="LiveId" clId="{BB6E8D10-B0B7-4D0C-99A1-D653A4E0B537}" dt="2026-09-02T21:17:40.599" v="7046" actId="1076"/>
          <ac:spMkLst>
            <pc:docMk/>
            <pc:sldMk cId="290291624" sldId="283"/>
            <ac:spMk id="6" creationId="{7C44C57D-AE62-0B77-BB3E-D315FF9F40F2}"/>
          </ac:spMkLst>
        </pc:spChg>
        <pc:spChg chg="add mod">
          <ac:chgData name="Kevin Acuna" userId="5683d4edbda9c6c8" providerId="LiveId" clId="{BB6E8D10-B0B7-4D0C-99A1-D653A4E0B537}" dt="2026-09-02T22:39:49.115" v="7194" actId="1076"/>
          <ac:spMkLst>
            <pc:docMk/>
            <pc:sldMk cId="290291624" sldId="283"/>
            <ac:spMk id="7" creationId="{8D254462-E60A-BDD0-95E2-8BB676F62F47}"/>
          </ac:spMkLst>
        </pc:spChg>
        <pc:spChg chg="add mod">
          <ac:chgData name="Kevin Acuna" userId="5683d4edbda9c6c8" providerId="LiveId" clId="{BB6E8D10-B0B7-4D0C-99A1-D653A4E0B537}" dt="2026-09-02T22:39:57.259" v="7197" actId="1076"/>
          <ac:spMkLst>
            <pc:docMk/>
            <pc:sldMk cId="290291624" sldId="283"/>
            <ac:spMk id="8" creationId="{95EC3E36-2083-BCA4-066F-B07923B4FD7E}"/>
          </ac:spMkLst>
        </pc:spChg>
        <pc:spChg chg="add mod">
          <ac:chgData name="Kevin Acuna" userId="5683d4edbda9c6c8" providerId="LiveId" clId="{BB6E8D10-B0B7-4D0C-99A1-D653A4E0B537}" dt="2026-09-02T22:39:45.412" v="7192" actId="1076"/>
          <ac:spMkLst>
            <pc:docMk/>
            <pc:sldMk cId="290291624" sldId="283"/>
            <ac:spMk id="12" creationId="{AAFD4F49-FA71-C6E0-D5D1-7FEB35E38ACC}"/>
          </ac:spMkLst>
        </pc:spChg>
        <pc:spChg chg="add mod">
          <ac:chgData name="Kevin Acuna" userId="5683d4edbda9c6c8" providerId="LiveId" clId="{BB6E8D10-B0B7-4D0C-99A1-D653A4E0B537}" dt="2026-09-02T21:27:41.564" v="7166" actId="1076"/>
          <ac:spMkLst>
            <pc:docMk/>
            <pc:sldMk cId="290291624" sldId="283"/>
            <ac:spMk id="15" creationId="{9A4651D5-3609-A117-4C37-4ED4DA0E6778}"/>
          </ac:spMkLst>
        </pc:spChg>
        <pc:spChg chg="add mod">
          <ac:chgData name="Kevin Acuna" userId="5683d4edbda9c6c8" providerId="LiveId" clId="{BB6E8D10-B0B7-4D0C-99A1-D653A4E0B537}" dt="2026-09-02T21:24:07.115" v="7143" actId="1076"/>
          <ac:spMkLst>
            <pc:docMk/>
            <pc:sldMk cId="290291624" sldId="283"/>
            <ac:spMk id="17" creationId="{61451B54-A6AF-C4BD-9B0C-2715D997F66B}"/>
          </ac:spMkLst>
        </pc:spChg>
      </pc:sldChg>
      <pc:sldChg chg="delSp modSp add mod">
        <pc:chgData name="Kevin Acuna" userId="5683d4edbda9c6c8" providerId="LiveId" clId="{BB6E8D10-B0B7-4D0C-99A1-D653A4E0B537}" dt="2026-09-02T22:38:59.859" v="7186" actId="1076"/>
        <pc:sldMkLst>
          <pc:docMk/>
          <pc:sldMk cId="9188766" sldId="284"/>
        </pc:sldMkLst>
        <pc:spChg chg="mod">
          <ac:chgData name="Kevin Acuna" userId="5683d4edbda9c6c8" providerId="LiveId" clId="{BB6E8D10-B0B7-4D0C-99A1-D653A4E0B537}" dt="2026-09-02T22:38:59.859" v="7186" actId="1076"/>
          <ac:spMkLst>
            <pc:docMk/>
            <pc:sldMk cId="9188766" sldId="284"/>
            <ac:spMk id="6" creationId="{E9830936-D28A-4FE1-23C9-2B743FD98008}"/>
          </ac:spMkLst>
        </pc:spChg>
      </pc:sldChg>
      <pc:sldChg chg="add">
        <pc:chgData name="Kevin Acuna" userId="5683d4edbda9c6c8" providerId="LiveId" clId="{BB6E8D10-B0B7-4D0C-99A1-D653A4E0B537}" dt="2026-09-02T22:40:21.248" v="7202"/>
        <pc:sldMkLst>
          <pc:docMk/>
          <pc:sldMk cId="3293126737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E4095B-8959-4EE4-8DC9-932FD41429AE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22C25-C9DE-4678-B4C7-389B73BDF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13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5EBC8-1888-4E98-4D01-A0743E989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C6C04-AA24-FB22-25E3-EE61155EF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42BDC-F15E-7198-DE52-170281C60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BBC94-C15F-2646-9EF3-59704EAF5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060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B1FAE-189D-EEF3-71BE-4F500D16E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CFE134-3DA7-6FAC-0BAF-434962CCB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538011-9610-8E9A-6917-F2310A253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2B6DA-B2D5-4F98-1C91-7A28D4006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443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5AC58-D691-7517-CCBB-E4F44ED27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2981FB-4FD3-02AA-A140-D50D2AD1B1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133FA1-03F3-82AF-EF82-5003C8440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A77E4-746B-93AD-6C02-72C9636FBD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44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AD01E-5335-2AE5-1074-646E7AE92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A68D7-445E-40CB-3604-7CB72B50B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8D8F2-3725-6AB4-0593-04D19B5F2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EB26E-9079-6CDC-411C-F35D094A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24333-0715-0A05-715A-FCD4D5B5F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2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6DCC-5B8A-4A36-393B-C7861DBE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7A62B-C5A1-67E5-88AE-6758248EB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2FBC3-5BAF-0A45-325C-4F5741AC8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B7C7B-7734-545E-BF56-6FB4C3ADA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3BE1D-7704-3A71-C65A-51DDBD22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6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13EA2-15CD-9209-F001-069279C4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335B3-E474-4EBF-07C3-66B3740B8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03559-F371-1C72-50E5-DF07650F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E6531-110E-3787-6971-5372866DA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5C968-A2B4-B1FC-0556-1158A3050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12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9987-A8A6-1809-DC47-A3E9A5B24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ACDEC-0560-D517-354D-7198503A5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88697-79BD-3062-BB51-5858A3BB6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AFD57-96D5-BEA6-5BF7-01C330119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D759D-22ED-950A-1DFE-7721430A1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4E457-B6E9-CE05-337C-BA1D3CF03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48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46364-7164-6F91-D5C1-5829F04FE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52708-1206-24CC-1E92-3D8DEE16F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618F2-E1D7-58E4-A81E-137839773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58920E-91DE-B857-B5F1-15CF8BE369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B53D95-6ACB-37BD-99EA-3853F96C1A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96A9E3-429D-8715-1FD4-610F5422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BF9045-01D5-BB1C-293A-0F42E57AF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096D7B-1861-398A-B896-5AD533FE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730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B91E3-BE1C-A7C8-C797-B9C5F166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25C156-7467-FEA1-20FC-73274AEAF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AD4B0-54C3-0BE7-05A7-42974774F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079DB-B150-6A75-748A-937B4B46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26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9B24E9-4019-0DA1-405B-2403B81FD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EC5D79-648E-023C-4973-E814FD0D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FED09-E907-FA71-CDC2-ABF6B6DB8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586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F493D-F8D7-14DC-A663-D3B3B57CD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E6AF1-7845-96B7-3D68-AA9E89B09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6DF52-8F88-9A69-66E3-9ECEC3174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61654-B57B-5CE0-87CF-7F13C2063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CC174-5008-3FBB-C9C7-76D49E2DB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36988-0835-34DF-124D-D4705F5C7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8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69228-D169-35C4-E93F-EB2B03099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4DC5EC-0EB0-CC87-5B34-C25B3BA037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4E5CE-582A-D86C-9A96-92889E66C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19EED-821F-B97B-F651-B3EF51E97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B41ED-BB30-33A1-EA97-BC08D97A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761AD-27E8-2EEF-726E-0C12A9A95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4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A50E1-23C1-9759-8356-D4519A2F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A057E-2EF9-BD0E-58C8-02CDCDC58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5FD95-27E8-D350-649B-52902A7E5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B16FE-4E43-23EA-4E93-511BEA323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D0B5E-B50B-D63F-D074-34D24C54D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54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EFF931-A1ED-83A3-D0FA-E3C8D5F421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4020B-1E37-1DBC-2221-F672A979A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5B9E1-CA40-B88D-696A-B10FF1EC2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04B8A-9F15-E270-FC4C-BEF0D5A28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D8302-EF11-2AC6-2960-6281D711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91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0F3CD1-E57A-62D5-35CB-10BEE1E14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9B00A-E026-797A-3BC0-A99DFE650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D14BE-77EA-8D31-D1B4-AE2A6BD58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61FF3-9A1C-4617-855B-3BFD31F444A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CA7CA-7859-3988-F44F-252ABEF6A9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84684-415C-0963-4181-17DAC8AFC7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33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D2F076-956A-92DF-AB04-997BDDE83A99}"/>
              </a:ext>
            </a:extLst>
          </p:cNvPr>
          <p:cNvSpPr txBox="1"/>
          <p:nvPr/>
        </p:nvSpPr>
        <p:spPr>
          <a:xfrm>
            <a:off x="5529209" y="4667944"/>
            <a:ext cx="11208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01/10/2026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8242AF-0538-C79E-B0F5-5D562077E0FC}"/>
              </a:ext>
            </a:extLst>
          </p:cNvPr>
          <p:cNvSpPr txBox="1"/>
          <p:nvPr/>
        </p:nvSpPr>
        <p:spPr>
          <a:xfrm>
            <a:off x="4679511" y="4411566"/>
            <a:ext cx="2829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noProof="1">
                <a:solidFill>
                  <a:srgbClr val="2977A0"/>
                </a:solidFill>
                <a:latin typeface="Times New Roman" panose="02020603050405020304" pitchFamily="18" charset="0"/>
                <a:ea typeface="Open Sans Light" pitchFamily="2" charset="0"/>
                <a:cs typeface="Times New Roman" panose="02020603050405020304" pitchFamily="18" charset="0"/>
              </a:rPr>
              <a:t>Kevin Jose ACUNA CONDORI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870B12-D6B4-E180-B835-4BBE25F6AE07}"/>
              </a:ext>
            </a:extLst>
          </p:cNvPr>
          <p:cNvSpPr txBox="1"/>
          <p:nvPr/>
        </p:nvSpPr>
        <p:spPr>
          <a:xfrm>
            <a:off x="2577695" y="3278033"/>
            <a:ext cx="7032994" cy="429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20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VCSEL – Positioning </a:t>
            </a:r>
          </a:p>
        </p:txBody>
      </p:sp>
    </p:spTree>
    <p:extLst>
      <p:ext uri="{BB962C8B-B14F-4D97-AF65-F5344CB8AC3E}">
        <p14:creationId xmlns:p14="http://schemas.microsoft.com/office/powerpoint/2010/main" val="41667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132417-C204-CF75-B1BA-DEF63F17BB89}"/>
              </a:ext>
            </a:extLst>
          </p:cNvPr>
          <p:cNvSpPr txBox="1"/>
          <p:nvPr/>
        </p:nvSpPr>
        <p:spPr>
          <a:xfrm>
            <a:off x="342178" y="252636"/>
            <a:ext cx="3357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endParaRPr lang="en-US" sz="24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BFBD1E-BBB2-4D76-2AAE-F0676742C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919" y="417310"/>
            <a:ext cx="4597847" cy="60233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B7CF6C2-FBE5-DA2E-6FBA-B0193C86B0EA}"/>
              </a:ext>
            </a:extLst>
          </p:cNvPr>
          <p:cNvSpPr txBox="1"/>
          <p:nvPr/>
        </p:nvSpPr>
        <p:spPr>
          <a:xfrm>
            <a:off x="44228" y="6148302"/>
            <a:ext cx="22016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2020, E. </a:t>
            </a:r>
            <a:r>
              <a:rPr lang="fr-F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Sarbazi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</a:t>
            </a:r>
          </a:p>
          <a:p>
            <a:pPr algn="ctr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87B16C-6FA5-7CCF-E6A3-2353A60CD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718" y="1701711"/>
            <a:ext cx="3505380" cy="345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631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63EEC-99A0-76EA-05A2-8FB899C6B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CB650CC-32C5-2217-FC2E-F1E2AE195470}"/>
              </a:ext>
            </a:extLst>
          </p:cNvPr>
          <p:cNvSpPr txBox="1"/>
          <p:nvPr/>
        </p:nvSpPr>
        <p:spPr>
          <a:xfrm>
            <a:off x="342178" y="252636"/>
            <a:ext cx="3357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endParaRPr lang="en-US" sz="24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653570-EB89-4F9D-7896-4809BE09C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32" y="806910"/>
            <a:ext cx="3601130" cy="29982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684B46-E3D6-F6B9-5A84-0102D8717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405" y="4621093"/>
            <a:ext cx="1993193" cy="19203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BA0363-3CC1-A5AF-FDF0-24978009653B}"/>
              </a:ext>
            </a:extLst>
          </p:cNvPr>
          <p:cNvSpPr txBox="1"/>
          <p:nvPr/>
        </p:nvSpPr>
        <p:spPr>
          <a:xfrm>
            <a:off x="1253200" y="3897774"/>
            <a:ext cx="22016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2025, H. Kazemi et al.</a:t>
            </a:r>
          </a:p>
          <a:p>
            <a:pPr algn="ctr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12D694-76B6-F995-FEE4-9A0490C052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4989" y="252636"/>
            <a:ext cx="2908622" cy="22263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05C3417-EC41-5346-5E71-12E32B40D083}"/>
              </a:ext>
            </a:extLst>
          </p:cNvPr>
          <p:cNvSpPr txBox="1"/>
          <p:nvPr/>
        </p:nvSpPr>
        <p:spPr>
          <a:xfrm>
            <a:off x="4992163" y="2548491"/>
            <a:ext cx="18873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2026, H. Safie et al.</a:t>
            </a:r>
          </a:p>
          <a:p>
            <a:pPr algn="ctr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FA35E20-40C2-C3DC-3D17-68DE1BAC4F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5639" y="4432011"/>
            <a:ext cx="3400364" cy="159103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288ECB3-C525-6A07-AAE1-81F746AE45D7}"/>
              </a:ext>
            </a:extLst>
          </p:cNvPr>
          <p:cNvSpPr txBox="1"/>
          <p:nvPr/>
        </p:nvSpPr>
        <p:spPr>
          <a:xfrm>
            <a:off x="4992163" y="6199304"/>
            <a:ext cx="22476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2023, R. Ahmad et al.</a:t>
            </a:r>
          </a:p>
          <a:p>
            <a:pPr algn="ctr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43F916-301B-BDCB-3927-CEAA79D5C775}"/>
              </a:ext>
            </a:extLst>
          </p:cNvPr>
          <p:cNvSpPr txBox="1"/>
          <p:nvPr/>
        </p:nvSpPr>
        <p:spPr>
          <a:xfrm>
            <a:off x="8484214" y="3312999"/>
            <a:ext cx="28603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2025, E. Muller et al.</a:t>
            </a:r>
          </a:p>
          <a:p>
            <a:pPr algn="ctr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(2x2 VCSEL - 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Beam-</a:t>
            </a:r>
            <a:r>
              <a:rPr lang="fr-F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Steering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733D72D-782F-DC90-7EB0-2039E84E00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8988" y="252636"/>
            <a:ext cx="3870834" cy="281626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C54519E-7765-A0C4-A8E8-CA0B05CC2C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4711" y="4041739"/>
            <a:ext cx="3974674" cy="264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74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1075F-FD64-AA99-CC17-D40A3EBE3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DD1B194-5B34-BAF6-1203-1EA0C2CE677D}"/>
              </a:ext>
            </a:extLst>
          </p:cNvPr>
          <p:cNvSpPr txBox="1"/>
          <p:nvPr/>
        </p:nvSpPr>
        <p:spPr>
          <a:xfrm>
            <a:off x="342178" y="252636"/>
            <a:ext cx="3357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endParaRPr lang="en-US" sz="24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1F3ED2-89D0-B03C-C390-40B53CA049AD}"/>
              </a:ext>
            </a:extLst>
          </p:cNvPr>
          <p:cNvSpPr txBox="1"/>
          <p:nvPr/>
        </p:nvSpPr>
        <p:spPr>
          <a:xfrm>
            <a:off x="3475839" y="2630268"/>
            <a:ext cx="31039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2026, E. Muller et al.</a:t>
            </a:r>
          </a:p>
          <a:p>
            <a:pPr algn="ctr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(4x4 VCSEL, 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Beam-</a:t>
            </a:r>
            <a:r>
              <a:rPr lang="fr-F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Steering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F1A64C-085C-2501-8700-E909287B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74" y="962315"/>
            <a:ext cx="5295747" cy="15476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850AC0-4E11-FDF1-07C9-F0AFC2049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4492" y="3335313"/>
            <a:ext cx="2692422" cy="27044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48C679-E983-B210-1572-4D414A45C6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3505" y="616826"/>
            <a:ext cx="3873158" cy="201344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FC9177E-3D7D-48CF-588E-A8C23EA6C1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9810" y="3018922"/>
            <a:ext cx="3756853" cy="322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063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2BAE2-D378-CD36-4EE9-D2975C202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4DC2F2D-BE62-D306-163B-8F43DE9793ED}"/>
              </a:ext>
            </a:extLst>
          </p:cNvPr>
          <p:cNvSpPr txBox="1"/>
          <p:nvPr/>
        </p:nvSpPr>
        <p:spPr>
          <a:xfrm>
            <a:off x="342178" y="252636"/>
            <a:ext cx="3357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endParaRPr lang="en-US" sz="24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F36AB9-27CF-E8AD-E053-AD094DCBB1F7}"/>
              </a:ext>
            </a:extLst>
          </p:cNvPr>
          <p:cNvSpPr txBox="1"/>
          <p:nvPr/>
        </p:nvSpPr>
        <p:spPr>
          <a:xfrm>
            <a:off x="4089530" y="252636"/>
            <a:ext cx="31039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2026, Y. Dong et al.</a:t>
            </a:r>
          </a:p>
          <a:p>
            <a:pPr algn="ctr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08BABC-C2BB-A686-9961-3F7E27F29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476" y="1398153"/>
            <a:ext cx="8843048" cy="476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166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71910C-354E-B11E-6E7B-129B79BCD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52" y="1409955"/>
            <a:ext cx="5491760" cy="42912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E7C3F8-F844-A8AA-4DC6-D32F08BF9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905" y="176139"/>
            <a:ext cx="5853594" cy="637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345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1973</TotalTime>
  <Words>98</Words>
  <Application>Microsoft Office PowerPoint</Application>
  <PresentationFormat>Widescreen</PresentationFormat>
  <Paragraphs>24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Helvetica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Acuna</dc:creator>
  <cp:lastModifiedBy>Kevin Acuna</cp:lastModifiedBy>
  <cp:revision>30</cp:revision>
  <dcterms:created xsi:type="dcterms:W3CDTF">2026-03-12T22:45:35Z</dcterms:created>
  <dcterms:modified xsi:type="dcterms:W3CDTF">2026-10-02T15:33:09Z</dcterms:modified>
</cp:coreProperties>
</file>