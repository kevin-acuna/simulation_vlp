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2D4AC-7C0D-37F5-53C9-19365DB17B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28983E-3C74-1D22-7A3F-0A1112ECF2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18DE4-E91C-AF57-9445-32239E69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13EDE9-468A-EA1E-0C46-3F3EEB98B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74BEF1-1E32-2C78-05A7-FE6DDDB9A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27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A06AC-111A-8CFA-CE22-C01153B4A8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31CA-697D-A9A4-49C2-CE88461878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8B5248-E369-F033-945B-840CC370D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A8161A-24D5-ED9D-3706-704DE50C6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7DEB44-8AE7-F45D-5A88-505C80B849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80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FA4AF-C6B2-90E3-EDC9-089C4DCD1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A8438-14CE-0DD9-83D9-8CACE22E40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C9FB3-4DE2-C9A1-6F94-B15259084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D79B1-2D1F-620C-96B9-9740F2732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BAAD04-AE31-A9C3-E405-EE48DB51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09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44A1D-EF6B-AA29-7163-76D5C5A7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39EA6-9600-893E-2B26-EF9FA279E2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E37797-1519-50EB-9907-DA6876744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79641-C7AD-8F92-D6FA-649453D54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1C110B-D9C1-A2FC-E7AD-248FDC09D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242488-F735-F0DA-DC24-E65B4874D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16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E7838-51D7-E03D-E9C3-78E783EE8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D4D39-8678-1244-3824-D06B91F69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0020B-4EE3-77A5-8BAF-13DBFD67DA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B55901-19F6-4F65-3546-9139CFA571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15FB77-1B85-1F9A-85AE-6BA87FADC9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1F5A68-B57D-F609-974C-B93346742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AE8D10-C1CA-80A2-7104-ED9301717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8B0E3A-1074-511F-3FC8-E6D98FCD0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776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741FC-E3F0-2D55-CEB0-45EC22562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6733-A35D-20D0-E27F-57D022672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2A9119-6573-9300-563B-21F27D3A53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62DE6-8E60-B87C-F302-8E06B4576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82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782F79-B3EF-0A6F-4F8F-470714870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C39347-55D5-594D-8708-E0F14DE70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BF32C5-8511-976A-6418-851787133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205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B715-32E0-B6BF-F4EC-6A3619954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AC9D3-DD01-AC11-7E4D-8C3C5ECD1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396FDB-56E7-B389-E5B7-940A2F606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D16EB-C9FE-F312-CBDE-8F3090E6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FE669D-B6B7-DEC6-09CD-A9B8351EC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18A0BB-EF86-F92C-2F96-C5777074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407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37775-57EE-8252-5958-EDE31475B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8341AD-5F4D-B1EB-24DF-25831EE836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F19291-9575-7B08-5C09-C0B273998A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FDCBD8-50E6-D52E-BDFA-4024F83DC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4425C2-CFD2-F02D-036C-6B67FC1A5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30B9D-ED31-05DC-26E6-BF00807CF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736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71803-6C31-78C3-5A82-474787786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1DA4A-2ED4-07C2-C573-63DA8D0222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6B8EC-8A8B-71CF-5E6A-25A5D663D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0C937-1676-BD79-CA13-38A027CDE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E8D48-D3CF-3FC0-8B05-1DC9BE96A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42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6C5B8E-73F4-94AF-0D46-6F3BD17B8E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7E3C2A-61E4-5D72-2D90-F09A0EDE61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A73B7-4094-8563-ECE1-7B432DA1C3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416DE-3B73-47DB-1693-9C4AA09F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C385E4-E7E0-ED0E-492C-1940A1AB0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043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E1CB7E-AB0C-F7D8-5698-CFD941D45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9E995-C52B-46FA-4CA9-E948E2E077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8C487-46C1-2D96-B33C-D9017D819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D815B-54AF-4607-8941-D80C2F143AE9}" type="datetimeFigureOut">
              <a:rPr lang="en-US" smtClean="0"/>
              <a:t>7/29/2025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6DCB2-483E-0C9F-3D78-BA0469F61B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8F47C8-8B9A-4C33-9C4F-CDEB36920D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C04ADB-B9C5-47E5-A42F-D5255389D3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831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2848E8-C6C4-FDB9-796A-65A7C4681554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0F0F0"/>
              </a:clrFrom>
              <a:clrTo>
                <a:srgbClr val="F0F0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752523" y="1542787"/>
            <a:ext cx="4686954" cy="377242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A6FC071-E89A-42CF-60D8-4AE32B116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8116" y="3206351"/>
            <a:ext cx="1886393" cy="1524682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D18F71-179C-C032-5525-62165FDB36B9}"/>
              </a:ext>
            </a:extLst>
          </p:cNvPr>
          <p:cNvCxnSpPr/>
          <p:nvPr/>
        </p:nvCxnSpPr>
        <p:spPr>
          <a:xfrm>
            <a:off x="4908884" y="1973179"/>
            <a:ext cx="635268" cy="1233172"/>
          </a:xfrm>
          <a:prstGeom prst="straightConnector1">
            <a:avLst/>
          </a:prstGeom>
          <a:ln w="12700">
            <a:headEnd type="oval" w="med" len="med"/>
            <a:tailEnd type="triangl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421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Acuna</dc:creator>
  <cp:lastModifiedBy>Kevin Acuna</cp:lastModifiedBy>
  <cp:revision>1</cp:revision>
  <dcterms:created xsi:type="dcterms:W3CDTF">2025-07-28T23:39:44Z</dcterms:created>
  <dcterms:modified xsi:type="dcterms:W3CDTF">2025-07-28T23:43:22Z</dcterms:modified>
</cp:coreProperties>
</file>